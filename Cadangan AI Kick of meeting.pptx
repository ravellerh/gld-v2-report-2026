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20" r:id="rId2"/>
    <p:sldId id="287" r:id="rId3"/>
    <p:sldId id="288" r:id="rId4"/>
    <p:sldId id="2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F96BF-C751-4782-8C31-D033A196BFE6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4732A-173E-44D9-A594-24E0243DB1D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640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690DF25-7C8B-3168-D9CF-604718A6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>
            <a:extLst>
              <a:ext uri="{FF2B5EF4-FFF2-40B4-BE49-F238E27FC236}">
                <a16:creationId xmlns:a16="http://schemas.microsoft.com/office/drawing/2014/main" id="{94D87AD0-4873-D6FD-37D2-D33A5B5D6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3616DE65-37CB-24ED-6136-47C167858D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5438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C9F093F-806A-5A68-AF47-DA2F378F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E9F8323C-0913-AEDC-BA35-C4556E415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316C759-D827-7AD9-38E8-AF5FABA20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78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99EF66C-94D1-A886-BDD8-E02F4878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F7EA33D2-608A-ECFB-9330-6A2261A78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0A45475-6C40-06D4-A130-B4C2AC414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691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0E78C5D-362E-A1FA-F6F0-92B9015A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FAF58F41-F294-1C9E-D968-B276242E1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D54E098-470E-29D2-7663-A80026615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893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B92E-B21F-5E68-0D7B-8AC8BCE72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AA0B1-0D99-2ADD-0A54-C875A8145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A8893-632F-2093-89F3-361F03A4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595B4-D2F9-BD5C-CDB4-B258221C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5EF19-A1F6-11B8-FDCA-E240EA7C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717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1EB1-3748-0680-75DA-43B4BDF8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95299-92C6-3EF4-815E-AC9D35DC3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212B3-4F65-A622-59E4-93BA4D0E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A1E9-AA2C-08CF-300B-AB4E20546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3166D-864E-7CD1-CFC9-E1B75AB4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016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E803-588E-AE15-A150-EB56C2D1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33B38-0035-F6D4-6FFC-3E017C27A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62080-8789-C9AC-C5D1-54CCDBBB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5766E-52C7-6C49-29C7-9A487897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23129-0BC6-EC78-1D66-057F1210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239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680D-02E2-C4BB-8D5D-4A5AE3F1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35A4-E316-C74C-47B4-7FD354276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77C5B-3805-5251-9024-86FCB5968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D319-9629-4A75-4447-B4BA9525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1D64D-9BA7-11EC-30C8-99CEA028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A9D81-5936-AB34-4683-C2AD1C8B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807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7AF76-CC6C-6347-396D-91DA7FBC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7BFDE-EF8F-54C4-37A0-AED0DE610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5E437-886C-9F1A-1F0E-AD200D3E0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39E03-82B8-6871-43E6-A0F016759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25169-65A2-2D63-83D2-B0B3FA5E6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C223B-1DE9-E7D6-58AD-CA710207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F3758F-FE7A-8D17-67A2-531A41DE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22921-3577-82C3-73FA-12FD6C29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533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EBD4-3E69-FEB5-42C6-8FE2097C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00BB-E6F3-17B9-BC10-9A5348A1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E5C84-9C15-B2BE-5ADB-DCD6F582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E9E7A-74B2-F8FC-D54B-03FEBB65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151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91B27-0B57-B019-5305-1752549D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80C2B-DB16-0395-97FC-D970DF74E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64684-EDC9-4370-92A9-B0EF0E8A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048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F3D2-8C1A-031E-9CEA-28F154A6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22E7-9B75-9A68-FF8F-8CD621D8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61B0B-DB9D-5A89-EC87-E5DBAC880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0CCEF-CAD6-DC9E-764B-368172D7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42A0D-E5EE-733C-F6AC-FAA551CC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1DEC8-B011-FE3C-4C89-89BDE484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454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E4F7-C6B0-87F3-353F-147318078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C5312-96CF-AD81-8B7A-18A2A8625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66288-B9C5-7663-32D9-D48161A2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F0A98-1C29-1D36-4C0A-FAC978C9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9A8CB-DD13-B854-D62F-1859DFE0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689B0-7286-9B47-5648-D17884BE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28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6850-2CBD-C111-635F-6225EFD9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0BAB2-A556-F69E-F3C2-AA672CE02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2D802-C91D-78B4-C10E-284973D5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D1B51-A182-386A-E3B8-1460178E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08CD2-568C-F2D6-4E40-18D62EE5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523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37080-5C71-800B-E624-9F756D222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689FF-1E55-1E19-E537-9C9110AA5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6AAE-FFE9-5988-0C12-AD11AA77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364AE-2E29-36B5-F3C9-9DAFD9C2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3F58A-CBAE-6DE3-88F2-8C8104A1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1735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021851" y="1360447"/>
            <a:ext cx="9144000" cy="18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9pPr>
          </a:lstStyle>
          <a:p>
            <a:endParaRPr/>
          </a:p>
        </p:txBody>
      </p:sp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75" y="469901"/>
            <a:ext cx="1129827" cy="6210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991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mall text">
  <p:cSld name="Title-small tex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85105" y="1552293"/>
            <a:ext cx="3083600" cy="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 sz="3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620021" y="1552293"/>
            <a:ext cx="7213600" cy="7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Inter"/>
              <a:buNone/>
              <a:defRPr sz="20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0479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6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9647" y="419972"/>
            <a:ext cx="1282803" cy="705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004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086C3-A2B2-27BC-9E92-45E5BCD2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F2C07-4A33-9552-7781-FD3ED0C2E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12262-E494-4199-DF65-48BFB2F00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BFEE0-04E0-4559-B9FC-5AE55B985430}" type="datetimeFigureOut">
              <a:rPr lang="en-ID" smtClean="0"/>
              <a:t>10/06/2026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723E2-F528-4FAE-F592-5887A6DF1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040A9-0F9C-8B44-7BC3-19E160CF11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2E50A-5BA9-4E94-A06A-AC918518B5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05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BA3AED3-40E7-9F5A-C2DB-560CEE29E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BA3D1B18-80DB-1140-960D-15D14EFB4D6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21851" y="1470175"/>
            <a:ext cx="9144000" cy="189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rmAutofit/>
          </a:bodyPr>
          <a:lstStyle/>
          <a:p>
            <a:r>
              <a:rPr lang="en" dirty="0"/>
              <a:t>AI Methodology</a:t>
            </a:r>
            <a:endParaRPr dirty="0"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E41750E9-D72F-F21E-D467-F74CB2587F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6275" y="2032000"/>
            <a:ext cx="1345600" cy="119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marL="0" indent="0" algn="r">
              <a:spcBef>
                <a:spcPts val="0"/>
              </a:spcBef>
              <a:buClr>
                <a:srgbClr val="00B0F0"/>
              </a:buClr>
              <a:buSzPts val="5250"/>
              <a:buNone/>
            </a:pPr>
            <a:r>
              <a:rPr lang="en" sz="61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sz="6300" b="1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4463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6FDDF87-8E05-1597-80C8-15D183CE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3;p20">
            <a:extLst>
              <a:ext uri="{FF2B5EF4-FFF2-40B4-BE49-F238E27FC236}">
                <a16:creationId xmlns:a16="http://schemas.microsoft.com/office/drawing/2014/main" id="{7FBFEFD8-2F3A-C75C-06BF-B767BC7CA4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6565" y="0"/>
            <a:ext cx="1645435" cy="16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43C9AF-AE1E-46E8-3C31-F676935D68B8}"/>
              </a:ext>
            </a:extLst>
          </p:cNvPr>
          <p:cNvSpPr/>
          <p:nvPr/>
        </p:nvSpPr>
        <p:spPr>
          <a:xfrm>
            <a:off x="385105" y="5704413"/>
            <a:ext cx="2077503" cy="436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990C9-894E-7345-490F-3DC924CB9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3"/>
          <a:stretch>
            <a:fillRect/>
          </a:stretch>
        </p:blipFill>
        <p:spPr>
          <a:xfrm>
            <a:off x="707922" y="1171149"/>
            <a:ext cx="9676171" cy="568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5E2D295-2B2D-61B9-981C-B04334F5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2422C6DB-E2AC-1F8A-62E6-119F86173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105" y="1249800"/>
            <a:ext cx="8648060" cy="74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>
              <a:buClr>
                <a:srgbClr val="2E64AD"/>
              </a:buClr>
            </a:pPr>
            <a:r>
              <a:rPr lang="en-ID" dirty="0">
                <a:solidFill>
                  <a:schemeClr val="accent1"/>
                </a:solidFill>
              </a:rPr>
              <a:t>Model Validation Plan</a:t>
            </a:r>
          </a:p>
        </p:txBody>
      </p:sp>
      <p:pic>
        <p:nvPicPr>
          <p:cNvPr id="7" name="Google Shape;103;p20">
            <a:extLst>
              <a:ext uri="{FF2B5EF4-FFF2-40B4-BE49-F238E27FC236}">
                <a16:creationId xmlns:a16="http://schemas.microsoft.com/office/drawing/2014/main" id="{56D765E6-1719-FA98-6C7D-8FD853C4FC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6565" y="0"/>
            <a:ext cx="1645435" cy="16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C64CE4-2055-A148-B470-A7E56D0BDD81}"/>
              </a:ext>
            </a:extLst>
          </p:cNvPr>
          <p:cNvSpPr/>
          <p:nvPr/>
        </p:nvSpPr>
        <p:spPr>
          <a:xfrm>
            <a:off x="385105" y="5704413"/>
            <a:ext cx="2077503" cy="436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90480-6FAE-4EB2-4EAF-BC79E3C8D22C}"/>
              </a:ext>
            </a:extLst>
          </p:cNvPr>
          <p:cNvSpPr/>
          <p:nvPr/>
        </p:nvSpPr>
        <p:spPr>
          <a:xfrm>
            <a:off x="301977" y="2067191"/>
            <a:ext cx="1379043" cy="436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E94B4-5D06-8275-DE40-182526316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38" y="1948453"/>
            <a:ext cx="10704945" cy="305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9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C6956CDC-6284-77A3-A68A-44C10DE6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9BC3908A-543F-79E1-7C9D-35FE2B987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105" y="1015393"/>
            <a:ext cx="8648060" cy="74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lvl="0">
              <a:buClr>
                <a:srgbClr val="2E64AD"/>
              </a:buClr>
            </a:pPr>
            <a:r>
              <a:rPr lang="en-ID" dirty="0">
                <a:solidFill>
                  <a:schemeClr val="accent1"/>
                </a:solidFill>
              </a:rPr>
              <a:t>AI Performance Metrics</a:t>
            </a:r>
          </a:p>
        </p:txBody>
      </p:sp>
      <p:pic>
        <p:nvPicPr>
          <p:cNvPr id="7" name="Google Shape;103;p20">
            <a:extLst>
              <a:ext uri="{FF2B5EF4-FFF2-40B4-BE49-F238E27FC236}">
                <a16:creationId xmlns:a16="http://schemas.microsoft.com/office/drawing/2014/main" id="{034FCDE7-1AD8-BB0B-69FF-31B8B76EF7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6565" y="0"/>
            <a:ext cx="1645435" cy="16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D62CB5-01D5-A5B7-271B-A1089FF4F826}"/>
              </a:ext>
            </a:extLst>
          </p:cNvPr>
          <p:cNvSpPr/>
          <p:nvPr/>
        </p:nvSpPr>
        <p:spPr>
          <a:xfrm>
            <a:off x="385105" y="5704413"/>
            <a:ext cx="2077503" cy="436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15343-FA20-77DD-1545-35F9FF272EAC}"/>
              </a:ext>
            </a:extLst>
          </p:cNvPr>
          <p:cNvSpPr/>
          <p:nvPr/>
        </p:nvSpPr>
        <p:spPr>
          <a:xfrm>
            <a:off x="301977" y="2067191"/>
            <a:ext cx="1379043" cy="436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1C17AF-C91A-7C1A-3D04-F8CB0E05F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586" y="1612409"/>
            <a:ext cx="8771494" cy="524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7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23</Words>
  <Application>Microsoft Office PowerPoint</Application>
  <PresentationFormat>Layar Lebar</PresentationFormat>
  <Paragraphs>9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4</vt:i4>
      </vt:variant>
    </vt:vector>
  </HeadingPairs>
  <TitlesOfParts>
    <vt:vector size="5" baseType="lpstr">
      <vt:lpstr>Office Theme</vt:lpstr>
      <vt:lpstr>AI Methodology</vt:lpstr>
      <vt:lpstr>Presentasi PowerPoint</vt:lpstr>
      <vt:lpstr>Model Validation Plan</vt:lpstr>
      <vt:lpstr>AI Performance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Methodology</dc:title>
  <dc:creator>Ilmania Syakira</dc:creator>
  <cp:lastModifiedBy>Ilmania Syakira</cp:lastModifiedBy>
  <cp:revision>3</cp:revision>
  <dcterms:created xsi:type="dcterms:W3CDTF">2026-06-04T03:15:29Z</dcterms:created>
  <dcterms:modified xsi:type="dcterms:W3CDTF">2026-06-10T04:22:14Z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2026-06-04T03:15:29Z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415627c9-ef3f-46e5-af50-278d7a271b19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