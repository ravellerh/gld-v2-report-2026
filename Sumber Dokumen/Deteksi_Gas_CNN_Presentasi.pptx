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9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219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F6F78">
              <a:alpha val="3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F2A541">
              <a:alpha val="22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DETEKSI GAS BOCOR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Klasifikasi Jenis Gas dengan CNN 1D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8 Sensor MQ Menuju Inferensi Real-Time di ESP32-S3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5989320"/>
            <a:ext cx="2926080" cy="0"/>
          </a:xfrm>
          <a:prstGeom prst="line">
            <a:avLst/>
          </a:prstGeom>
          <a:noFill/>
          <a:ln w="1905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731520" y="61081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IoT ITB  | GLD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Dilakukan Sistem Ini?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membaca sinyal 8 sensor gas, lalu menebak gas apa yang sedang terdeteksi — mirip hidung elektronik.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77240" cy="77724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Sensor MQ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1945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sinyal ADC mentah dari 8 jenis sensor gas (MQ8, MQ135, MQ3, MQ5, MQ4, MQ7, MQ6, MQ2) setiap ~0.5 detik.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777240" cy="777240"/>
          </a:xfrm>
          <a:prstGeom prst="ellipse">
            <a:avLst/>
          </a:prstGeom>
          <a:solidFill>
            <a:srgbClr val="10293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CNN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36118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saraf tiruan sederhana — dilatih dari ribuan data pembacaan sensor — menganalisis pola ke-8 sinyal itu sekaligus.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Jenis Gas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50292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akhirnya salah satu dari 3 label: Udara Bersih (Clean Air), Gas LPG, atau Gas CO2 — lengkap dengan skor keyakinan.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61722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822960" y="6172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akhir: </a:t>
            </a: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ini akan dipasang langsung di board ESP32-S3, supaya deteksi gas bisa jalan real-time di lokasi tanpa perlu koneksi ke server.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Model: CNN 1D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lapisan (layer) yang memproses 8 angka sensor menjadi 1 keputusan jenis gas.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21792" y="21579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4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nilai ADC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4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(ternormalisasi)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2103120"/>
            <a:ext cx="256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70632" y="21031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0293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2843784" y="21579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62072" y="2560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862072" y="30632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4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filter, kernel 3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4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menangkap pola antar sensor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36592" y="2103120"/>
            <a:ext cx="256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92624" y="21031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5065776" y="21579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84064" y="2560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84064" y="30632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4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4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sederhanakan sinyal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58584" y="2103120"/>
            <a:ext cx="256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14616" y="21031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0293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7287768" y="21579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06056" y="2560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+ Dense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306056" y="30632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4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neuron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4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gabungkan semua info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80576" y="2103120"/>
            <a:ext cx="256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436608" y="21031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9509760" y="21579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28048" y="2560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528048" y="30632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4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3 kelas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4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Clean_Air / LPG / CO2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82296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penyesuaian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486460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CNN tabular umumnya berakhir dengan output biner (yes/no, sigmoid). Karena tugas ini punya 3 jenis gas, layer output diubah menjadi softmax 3-neuron — struktur 5 layer lainnya tetap mengikuti pola standar.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 model: 1.155  |  Ukuran model asli (.keras): 43 KB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Versi Model, Satu Otak yang Sama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dilatih sekali di komputer, lalu dipadatkan supaya muat &amp; cepat berjalan di board kecil.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16344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2258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Asli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cnn_gas_model.keras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apa: </a:t>
            </a:r>
            <a:r>
              <a:rPr lang="en-US" sz="1250" dirty="0">
                <a:solidFill>
                  <a:srgbClr val="C7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analisis, retraining, dan prediksi batch di komputer/server.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KB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F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FILE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97.6%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10896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F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TEST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87452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6675120" y="224028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6751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0" y="2258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untuk ESP32-S3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9808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cnn_gas_model_data.h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3154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apa: </a:t>
            </a:r>
            <a:r>
              <a:rPr lang="en-US" sz="1250" dirty="0">
                <a:solidFill>
                  <a:srgbClr val="E4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tertanam langsung di firmware board, inferensi real-time tanpa server.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7512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 KB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675120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D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FILE (INT8)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6112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97.3%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9611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D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TEST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7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dipadatkan 83% (43 KB → 7.4 KB) dengan akurasi hanya turun 0.27 poin persen.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Pelatihan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Diuji pada 374 data yang belum pernah dilihat model sebelumnya (holdout test set).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10293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97.6%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KESELURUHAN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97.55%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(MACRO)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3492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mengukur performa merata ke ketiga kelas — penting karena jumlah data tiap gas tidak sama banyak.</a:t>
            </a:r>
            <a:endParaRPr lang="en-US" sz="1100" dirty="0"/>
          </a:p>
        </p:txBody>
      </p:sp>
      <p:pic>
        <p:nvPicPr>
          <p:cNvPr id="11" name="Image 0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28800"/>
            <a:ext cx="4160520" cy="4160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251960" y="5989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Test Set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732520" y="1874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Kelas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732520" y="228600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Shape 12"/>
          <p:cNvSpPr/>
          <p:nvPr/>
        </p:nvSpPr>
        <p:spPr>
          <a:xfrm>
            <a:off x="8869680" y="2505456"/>
            <a:ext cx="320040" cy="320040"/>
          </a:xfrm>
          <a:prstGeom prst="ellipse">
            <a:avLst/>
          </a:prstGeom>
          <a:solidFill>
            <a:srgbClr val="55A86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Text 13"/>
          <p:cNvSpPr/>
          <p:nvPr/>
        </p:nvSpPr>
        <p:spPr>
          <a:xfrm>
            <a:off x="9281160" y="23591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Air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281160" y="26700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0.99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732520" y="324612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Shape 16"/>
          <p:cNvSpPr/>
          <p:nvPr/>
        </p:nvSpPr>
        <p:spPr>
          <a:xfrm>
            <a:off x="8869680" y="3465576"/>
            <a:ext cx="320040" cy="320040"/>
          </a:xfrm>
          <a:prstGeom prst="ellipse">
            <a:avLst/>
          </a:prstGeom>
          <a:solidFill>
            <a:srgbClr val="DD845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7"/>
          <p:cNvSpPr/>
          <p:nvPr/>
        </p:nvSpPr>
        <p:spPr>
          <a:xfrm>
            <a:off x="9281160" y="33192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281160" y="3630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0.98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732520" y="420624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Shape 20"/>
          <p:cNvSpPr/>
          <p:nvPr/>
        </p:nvSpPr>
        <p:spPr>
          <a:xfrm>
            <a:off x="8869680" y="4425696"/>
            <a:ext cx="320040" cy="320040"/>
          </a:xfrm>
          <a:prstGeom prst="ellipse">
            <a:avLst/>
          </a:prstGeom>
          <a:solidFill>
            <a:srgbClr val="4C7BA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4" name="Text 21"/>
          <p:cNvSpPr/>
          <p:nvPr/>
        </p:nvSpPr>
        <p:spPr>
          <a:xfrm>
            <a:off x="9281160" y="42793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281160" y="45902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0.96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Diuji ke Data Lapangan Baru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3.466 pembacaan sensor baru dari device F001 (20 Juli 2026, sesi ≈ 30 menit) diprediksi model.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" y="6024777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Keyakinan rata-rata: 98.6%  |  34 baris (1%) ditandai untuk </a:t>
            </a:r>
            <a:r>
              <a:rPr lang="en-US" sz="1150" i="1" dirty="0" err="1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tinjauan</a:t>
            </a:r>
            <a:r>
              <a:rPr lang="en-US" sz="1150" i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manual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C95DB48-7ECE-C0E6-CCF1-6CB67A4DC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949" y="1771088"/>
            <a:ext cx="9221301" cy="38422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5006" y="2788920"/>
            <a:ext cx="80915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</a:t>
            </a: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Kasih</a:t>
            </a:r>
            <a:endParaRPr lang="en-US" sz="6000" dirty="0"/>
          </a:p>
        </p:txBody>
      </p:sp>
      <p:sp>
        <p:nvSpPr>
          <p:cNvPr id="17" name="Shape 15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12700">
            <a:solidFill>
              <a:srgbClr val="2C4A5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IoT ITB — GLD Project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524</Words>
  <Application>Microsoft Office PowerPoint</Application>
  <PresentationFormat>Widescreen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Ilmania Syakira</cp:lastModifiedBy>
  <cp:revision>5</cp:revision>
  <dcterms:created xsi:type="dcterms:W3CDTF">2026-07-22T05:41:43Z</dcterms:created>
  <dcterms:modified xsi:type="dcterms:W3CDTF">2026-07-23T03:18:02Z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2026-07-23T02:14:41Z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6475fd42-12ba-4c2f-b414-841f19252300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</Properties>
</file>