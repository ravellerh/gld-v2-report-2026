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Play"/>
      <p:regular r:id="rId18"/>
      <p:bold r:id="rId19"/>
    </p:embeddedFont>
    <p:embeddedFont>
      <p:font typeface="Roboto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847CA0B-084C-4B91-A1F8-A495A893E8B3}">
  <a:tblStyle styleId="{6847CA0B-084C-4B91-A1F8-A495A893E8B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regular.fntdata"/><Relationship Id="rId22" Type="http://schemas.openxmlformats.org/officeDocument/2006/relationships/font" Target="fonts/Roboto-italic.fntdata"/><Relationship Id="rId21" Type="http://schemas.openxmlformats.org/officeDocument/2006/relationships/font" Target="fonts/Roboto-bold.fntdata"/><Relationship Id="rId24" Type="http://schemas.openxmlformats.org/officeDocument/2006/relationships/font" Target="fonts/Inter-regular.fntdata"/><Relationship Id="rId23" Type="http://schemas.openxmlformats.org/officeDocument/2006/relationships/font" Target="fonts/Robot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7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lay-bold.fntdata"/><Relationship Id="rId18" Type="http://schemas.openxmlformats.org/officeDocument/2006/relationships/font" Target="fonts/Pl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7" name="Google Shape;10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73389" y="1333500"/>
            <a:ext cx="7776600" cy="898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b="1" sz="4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73380" y="2314574"/>
            <a:ext cx="6858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Inter"/>
              <a:buNone/>
              <a:defRPr sz="1800">
                <a:solidFill>
                  <a:srgbClr val="00B0F0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531" y="352425"/>
            <a:ext cx="847370" cy="465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">
  <p:cSld name="Divi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1516388" y="1020335"/>
            <a:ext cx="6858000" cy="14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Inter"/>
              <a:buNone/>
              <a:defRPr b="1" sz="4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pic>
        <p:nvPicPr>
          <p:cNvPr id="17" name="Google Shape;17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531" y="352425"/>
            <a:ext cx="847370" cy="465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-small text">
  <p:cSld name="Title-small text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288829" y="1164220"/>
            <a:ext cx="23127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Roboto"/>
              <a:buNone/>
              <a:defRPr b="1" sz="2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2715016" y="1164220"/>
            <a:ext cx="54102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350"/>
              <a:buFont typeface="Inter"/>
              <a:buNone/>
              <a:defRPr sz="135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Font typeface="Inter"/>
              <a:buNone/>
              <a:defRPr sz="15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Font typeface="Inter"/>
              <a:buNone/>
              <a:defRPr sz="135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Inter"/>
              <a:buNone/>
              <a:defRPr sz="12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Inter"/>
              <a:buNone/>
              <a:defRPr sz="12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Inter"/>
              <a:buNone/>
              <a:defRPr sz="12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Inter"/>
              <a:buNone/>
              <a:defRPr sz="12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Inter"/>
              <a:buNone/>
              <a:defRPr sz="12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Inter"/>
              <a:buNone/>
              <a:defRPr sz="12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pic>
        <p:nvPicPr>
          <p:cNvPr id="21" name="Google Shape;21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2235" y="314979"/>
            <a:ext cx="962102" cy="528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Graphic 1">
  <p:cSld name="2_Graphic 1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288829" y="1164220"/>
            <a:ext cx="23127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64AD"/>
              </a:buClr>
              <a:buSzPts val="2700"/>
              <a:buFont typeface="Inter"/>
              <a:buNone/>
              <a:defRPr b="1" sz="2700">
                <a:solidFill>
                  <a:srgbClr val="2E64AD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2715016" y="1164220"/>
            <a:ext cx="5060700" cy="21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350"/>
              <a:buFont typeface="Inter"/>
              <a:buNone/>
              <a:defRPr sz="135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Font typeface="Inter"/>
              <a:buNone/>
              <a:defRPr sz="15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Font typeface="Inter"/>
              <a:buNone/>
              <a:defRPr sz="135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Inter"/>
              <a:buNone/>
              <a:defRPr sz="12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Inter"/>
              <a:buNone/>
              <a:defRPr sz="12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Inter"/>
              <a:buNone/>
              <a:defRPr sz="12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Inter"/>
              <a:buNone/>
              <a:defRPr sz="12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Inter"/>
              <a:buNone/>
              <a:defRPr sz="12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Inter"/>
              <a:buNone/>
              <a:defRPr sz="12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pic>
        <p:nvPicPr>
          <p:cNvPr id="25" name="Google Shape;2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4634" y="4028543"/>
            <a:ext cx="2889395" cy="116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9951" y="-24632"/>
            <a:ext cx="1183315" cy="116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235" y="314979"/>
            <a:ext cx="962102" cy="528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 Logo">
  <p:cSld name="2_Blank Logo">
    <p:bg>
      <p:bgPr>
        <a:solidFill>
          <a:srgbClr val="18467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288819" y="1164225"/>
            <a:ext cx="59820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700"/>
              <a:buFont typeface="Inter"/>
              <a:buNone/>
              <a:defRPr b="1" sz="2700">
                <a:solidFill>
                  <a:srgbClr val="00B0F0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288829" y="1865379"/>
            <a:ext cx="3526500" cy="21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350"/>
              <a:buFont typeface="Inter"/>
              <a:buNone/>
              <a:defRPr sz="135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Font typeface="Inter"/>
              <a:buNone/>
              <a:defRPr sz="15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Font typeface="Inter"/>
              <a:buNone/>
              <a:defRPr sz="135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Inter"/>
              <a:buNone/>
              <a:defRPr sz="12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Inter"/>
              <a:buNone/>
              <a:defRPr sz="12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Inter"/>
              <a:buNone/>
              <a:defRPr sz="12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Inter"/>
              <a:buNone/>
              <a:defRPr sz="12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Inter"/>
              <a:buNone/>
              <a:defRPr sz="12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Inter"/>
              <a:buNone/>
              <a:defRPr sz="12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pic>
        <p:nvPicPr>
          <p:cNvPr id="31" name="Google Shape;3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31" y="352425"/>
            <a:ext cx="847370" cy="465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Image">
  <p:cSld name="Big Imag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288823" y="1164225"/>
            <a:ext cx="35265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64AD"/>
              </a:buClr>
              <a:buSzPts val="2700"/>
              <a:buFont typeface="Inter"/>
              <a:buNone/>
              <a:defRPr b="1" sz="2700">
                <a:solidFill>
                  <a:srgbClr val="2E64AD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288829" y="1865379"/>
            <a:ext cx="3526500" cy="21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350"/>
              <a:buFont typeface="Inter"/>
              <a:buNone/>
              <a:defRPr sz="135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Font typeface="Inter"/>
              <a:buNone/>
              <a:defRPr sz="15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Font typeface="Inter"/>
              <a:buNone/>
              <a:defRPr sz="135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Inter"/>
              <a:buNone/>
              <a:defRPr sz="12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Inter"/>
              <a:buNone/>
              <a:defRPr sz="12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Inter"/>
              <a:buNone/>
              <a:defRPr sz="12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Inter"/>
              <a:buNone/>
              <a:defRPr sz="12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Inter"/>
              <a:buNone/>
              <a:defRPr sz="12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Font typeface="Inter"/>
              <a:buNone/>
              <a:defRPr sz="1200">
                <a:solidFill>
                  <a:srgbClr val="75757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5" name="Google Shape;35;p7"/>
          <p:cNvSpPr/>
          <p:nvPr>
            <p:ph idx="2" type="pic"/>
          </p:nvPr>
        </p:nvSpPr>
        <p:spPr>
          <a:xfrm>
            <a:off x="4105141" y="1"/>
            <a:ext cx="5038800" cy="5143500"/>
          </a:xfrm>
          <a:prstGeom prst="rect">
            <a:avLst/>
          </a:prstGeom>
          <a:noFill/>
          <a:ln>
            <a:noFill/>
          </a:ln>
        </p:spPr>
      </p:sp>
      <p:pic>
        <p:nvPicPr>
          <p:cNvPr id="36" name="Google Shape;3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2235" y="314979"/>
            <a:ext cx="962102" cy="528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Logo">
  <p:cSld name="Blank Logo">
    <p:bg>
      <p:bgPr>
        <a:solidFill>
          <a:srgbClr val="18467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31" y="352425"/>
            <a:ext cx="847370" cy="465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 Logo">
  <p:cSld name="1_Blank Logo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82235" y="314979"/>
            <a:ext cx="962102" cy="528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/>
            </a:lvl1pPr>
            <a:lvl2pPr indent="0" lvl="1" marL="0" algn="r">
              <a:spcBef>
                <a:spcPts val="0"/>
              </a:spcBef>
              <a:buNone/>
              <a:defRPr sz="900"/>
            </a:lvl2pPr>
            <a:lvl3pPr indent="0" lvl="2" marL="0" algn="r">
              <a:spcBef>
                <a:spcPts val="0"/>
              </a:spcBef>
              <a:buNone/>
              <a:defRPr sz="900"/>
            </a:lvl3pPr>
            <a:lvl4pPr indent="0" lvl="3" marL="0" algn="r">
              <a:spcBef>
                <a:spcPts val="0"/>
              </a:spcBef>
              <a:buNone/>
              <a:defRPr sz="900"/>
            </a:lvl4pPr>
            <a:lvl5pPr indent="0" lvl="4" marL="0" algn="r">
              <a:spcBef>
                <a:spcPts val="0"/>
              </a:spcBef>
              <a:buNone/>
              <a:defRPr sz="900"/>
            </a:lvl5pPr>
            <a:lvl6pPr indent="0" lvl="5" marL="0" algn="r">
              <a:spcBef>
                <a:spcPts val="0"/>
              </a:spcBef>
              <a:buNone/>
              <a:defRPr sz="900"/>
            </a:lvl6pPr>
            <a:lvl7pPr indent="0" lvl="6" marL="0" algn="r">
              <a:spcBef>
                <a:spcPts val="0"/>
              </a:spcBef>
              <a:buNone/>
              <a:defRPr sz="900"/>
            </a:lvl7pPr>
            <a:lvl8pPr indent="0" lvl="7" marL="0" algn="r">
              <a:spcBef>
                <a:spcPts val="0"/>
              </a:spcBef>
              <a:buNone/>
              <a:defRPr sz="900"/>
            </a:lvl8pPr>
            <a:lvl9pPr indent="0" lvl="8" marL="0" algn="r">
              <a:spcBef>
                <a:spcPts val="0"/>
              </a:spcBef>
              <a:buNone/>
              <a:defRPr sz="9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bg>
      <p:bgPr>
        <a:solidFill>
          <a:srgbClr val="18467F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 1">
  <p:cSld name="1_Blank_1">
    <p:bg>
      <p:bgPr>
        <a:solidFill>
          <a:srgbClr val="18467F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5531" y="352425"/>
            <a:ext cx="847370" cy="465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Blank">
  <p:cSld name="2_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/>
            </a:lvl1pPr>
            <a:lvl2pPr indent="0" lvl="1" marL="0" algn="r">
              <a:spcBef>
                <a:spcPts val="0"/>
              </a:spcBef>
              <a:buNone/>
              <a:defRPr sz="900"/>
            </a:lvl2pPr>
            <a:lvl3pPr indent="0" lvl="2" marL="0" algn="r">
              <a:spcBef>
                <a:spcPts val="0"/>
              </a:spcBef>
              <a:buNone/>
              <a:defRPr sz="900"/>
            </a:lvl3pPr>
            <a:lvl4pPr indent="0" lvl="3" marL="0" algn="r">
              <a:spcBef>
                <a:spcPts val="0"/>
              </a:spcBef>
              <a:buNone/>
              <a:defRPr sz="900"/>
            </a:lvl4pPr>
            <a:lvl5pPr indent="0" lvl="4" marL="0" algn="r">
              <a:spcBef>
                <a:spcPts val="0"/>
              </a:spcBef>
              <a:buNone/>
              <a:defRPr sz="900"/>
            </a:lvl5pPr>
            <a:lvl6pPr indent="0" lvl="5" marL="0" algn="r">
              <a:spcBef>
                <a:spcPts val="0"/>
              </a:spcBef>
              <a:buNone/>
              <a:defRPr sz="900"/>
            </a:lvl6pPr>
            <a:lvl7pPr indent="0" lvl="6" marL="0" algn="r">
              <a:spcBef>
                <a:spcPts val="0"/>
              </a:spcBef>
              <a:buNone/>
              <a:defRPr sz="900"/>
            </a:lvl7pPr>
            <a:lvl8pPr indent="0" lvl="7" marL="0" algn="r">
              <a:spcBef>
                <a:spcPts val="0"/>
              </a:spcBef>
              <a:buNone/>
              <a:defRPr sz="900"/>
            </a:lvl8pPr>
            <a:lvl9pPr indent="0" lvl="8" marL="0" algn="r">
              <a:spcBef>
                <a:spcPts val="0"/>
              </a:spcBef>
              <a:buNone/>
              <a:defRPr sz="9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" name="Google Shape;48;p13"/>
          <p:cNvSpPr txBox="1"/>
          <p:nvPr>
            <p:ph type="ctrTitle"/>
          </p:nvPr>
        </p:nvSpPr>
        <p:spPr>
          <a:xfrm>
            <a:off x="1891134" y="2122617"/>
            <a:ext cx="5045700" cy="898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467F"/>
              </a:buClr>
              <a:buSzPts val="4500"/>
              <a:buFont typeface="Inter"/>
              <a:buNone/>
              <a:defRPr b="1" sz="4500">
                <a:solidFill>
                  <a:srgbClr val="18467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Font typeface="Inter"/>
              <a:buNone/>
              <a:defRPr sz="135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Font typeface="Inter"/>
              <a:buNone/>
              <a:defRPr sz="135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Font typeface="Inter"/>
              <a:buNone/>
              <a:defRPr sz="135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Font typeface="Inter"/>
              <a:buNone/>
              <a:defRPr sz="135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Font typeface="Inter"/>
              <a:buNone/>
              <a:defRPr sz="135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Font typeface="Inter"/>
              <a:buNone/>
              <a:defRPr sz="135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Font typeface="Inter"/>
              <a:buNone/>
              <a:defRPr sz="135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Font typeface="Inter"/>
              <a:buNone/>
              <a:defRPr sz="135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9" name="Google Shape;49;p13"/>
          <p:cNvSpPr txBox="1"/>
          <p:nvPr>
            <p:ph idx="1" type="subTitle"/>
          </p:nvPr>
        </p:nvSpPr>
        <p:spPr>
          <a:xfrm>
            <a:off x="1891134" y="3103691"/>
            <a:ext cx="50457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None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None/>
              <a:defRPr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Inter"/>
              <a:buNone/>
              <a:defRPr sz="135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pic>
        <p:nvPicPr>
          <p:cNvPr id="50" name="Google Shape;5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531" y="352425"/>
            <a:ext cx="847370" cy="465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05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05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05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05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05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05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05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05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05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05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05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05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05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05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05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05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05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050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Relationship Id="rId7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73389" y="1333500"/>
            <a:ext cx="7776600" cy="898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Arial"/>
              <a:buNone/>
            </a:pPr>
            <a:r>
              <a:rPr b="0" lang="en" sz="1200">
                <a:solidFill>
                  <a:srgbClr val="00B0F0"/>
                </a:solidFill>
              </a:rPr>
              <a:t>Corporation of ITB Enterprise Branding Catalyzation:</a:t>
            </a:r>
            <a:endParaRPr b="0" sz="1200">
              <a:solidFill>
                <a:srgbClr val="00B0F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lay"/>
              <a:buNone/>
            </a:pPr>
            <a:r>
              <a:t/>
            </a:r>
            <a:endParaRPr b="0" sz="1400">
              <a:solidFill>
                <a:srgbClr val="00B0F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lay"/>
              <a:buNone/>
            </a:pPr>
            <a:r>
              <a:rPr lang="en" sz="2000"/>
              <a:t>BRAND STRATEGY FOR CORPORATION OF ITB ENTERPRISE TO SUPPORT ITB AS A WORLD-CLASS UNIVERSITY</a:t>
            </a:r>
            <a:endParaRPr sz="2000"/>
          </a:p>
        </p:txBody>
      </p:sp>
      <p:pic>
        <p:nvPicPr>
          <p:cNvPr id="56" name="Google Shape;5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8120" y="2457450"/>
            <a:ext cx="4499138" cy="268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1516388" y="1102631"/>
            <a:ext cx="6858000" cy="141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Play"/>
              <a:buNone/>
            </a:pPr>
            <a:r>
              <a:rPr lang="en"/>
              <a:t>Overview</a:t>
            </a:r>
            <a:endParaRPr sz="4500"/>
          </a:p>
        </p:txBody>
      </p:sp>
      <p:sp>
        <p:nvSpPr>
          <p:cNvPr id="62" name="Google Shape;62;p15"/>
          <p:cNvSpPr txBox="1"/>
          <p:nvPr>
            <p:ph idx="4294967295" type="body"/>
          </p:nvPr>
        </p:nvSpPr>
        <p:spPr>
          <a:xfrm>
            <a:off x="507206" y="1524000"/>
            <a:ext cx="1009200" cy="897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5250"/>
              <a:buNone/>
            </a:pPr>
            <a:r>
              <a:rPr b="1" lang="en" sz="4575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1" sz="4725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288825" y="3097181"/>
            <a:ext cx="2068500" cy="1725900"/>
          </a:xfrm>
          <a:prstGeom prst="round1Rect">
            <a:avLst>
              <a:gd fmla="val 50000" name="adj"/>
            </a:avLst>
          </a:prstGeom>
          <a:solidFill>
            <a:schemeClr val="accent2"/>
          </a:solidFill>
          <a:ln cap="flat" cmpd="sng" w="14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" name="Google Shape;68;p16"/>
          <p:cNvSpPr txBox="1"/>
          <p:nvPr>
            <p:ph type="title"/>
          </p:nvPr>
        </p:nvSpPr>
        <p:spPr>
          <a:xfrm>
            <a:off x="288829" y="1164220"/>
            <a:ext cx="23127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64AD"/>
              </a:buClr>
              <a:buSzPts val="2700"/>
              <a:buFont typeface="Play"/>
              <a:buNone/>
            </a:pPr>
            <a:r>
              <a:rPr lang="en" sz="2700">
                <a:solidFill>
                  <a:srgbClr val="00B0F0"/>
                </a:solidFill>
              </a:rPr>
              <a:t>Title Here</a:t>
            </a:r>
            <a:endParaRPr sz="2700">
              <a:solidFill>
                <a:srgbClr val="00B0F0"/>
              </a:solidFill>
            </a:endParaRPr>
          </a:p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2168977" y="1237850"/>
            <a:ext cx="54102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125"/>
              <a:buNone/>
            </a:pPr>
            <a:r>
              <a:rPr b="1" lang="en" sz="1125">
                <a:latin typeface="Roboto"/>
                <a:ea typeface="Roboto"/>
                <a:cs typeface="Roboto"/>
                <a:sym typeface="Roboto"/>
              </a:rPr>
              <a:t>Lorem Ipsum</a:t>
            </a:r>
            <a:r>
              <a:rPr lang="en" sz="1125">
                <a:latin typeface="Roboto"/>
                <a:ea typeface="Roboto"/>
                <a:cs typeface="Roboto"/>
                <a:sym typeface="Roboto"/>
              </a:rPr>
              <a:t> is simply dummy text of the printing and typesetting industry. Lorem Ipsum has been the industry's standard dummy text ever since the 1500s.</a:t>
            </a:r>
            <a:endParaRPr sz="1125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16"/>
          <p:cNvSpPr txBox="1"/>
          <p:nvPr/>
        </p:nvSpPr>
        <p:spPr>
          <a:xfrm>
            <a:off x="358913" y="4116534"/>
            <a:ext cx="19113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</a:pPr>
            <a:r>
              <a:rPr b="1" i="0" lang="en" sz="4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10%</a:t>
            </a:r>
            <a:endParaRPr b="0" i="0" sz="4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5510902" y="4260887"/>
            <a:ext cx="30366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10000"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100000"/>
              <a:buFont typeface="Arial"/>
              <a:buNone/>
            </a:pPr>
            <a:r>
              <a:rPr b="1" i="0" lang="en" sz="1125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Lorem Ipsum</a:t>
            </a:r>
            <a:r>
              <a:rPr i="0" lang="en" sz="1125" u="none" cap="none" strike="noStrike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 is simply dummy text of the printing and typesetting industry. Lorem Ipsum has been the industry's standard dummy text ever since the 1500s.</a:t>
            </a:r>
            <a:endParaRPr i="0" sz="1125" u="none" cap="none" strike="noStrike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2856281" y="2449368"/>
            <a:ext cx="2068500" cy="17259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 cap="flat" cmpd="sng" w="14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2934866" y="3507003"/>
            <a:ext cx="19113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</a:pPr>
            <a:r>
              <a:rPr b="1" i="0" lang="en" sz="4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50%</a:t>
            </a:r>
            <a:endParaRPr b="0" i="0" sz="4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5510906" y="1887994"/>
            <a:ext cx="2068500" cy="1725900"/>
          </a:xfrm>
          <a:prstGeom prst="round1Rect">
            <a:avLst>
              <a:gd fmla="val 50000" name="adj"/>
            </a:avLst>
          </a:prstGeom>
          <a:solidFill>
            <a:schemeClr val="accent3"/>
          </a:solidFill>
          <a:ln cap="flat" cmpd="sng" w="14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5563996" y="2950439"/>
            <a:ext cx="19113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Arial"/>
              <a:buNone/>
            </a:pPr>
            <a:r>
              <a:rPr b="1" i="0" lang="en" sz="4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70%</a:t>
            </a:r>
            <a:endParaRPr b="0" i="0" sz="4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288829" y="1164220"/>
            <a:ext cx="23127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64AD"/>
              </a:buClr>
              <a:buSzPts val="2700"/>
              <a:buFont typeface="Play"/>
              <a:buNone/>
            </a:pPr>
            <a:r>
              <a:rPr lang="en" sz="2700"/>
              <a:t>Title Slide</a:t>
            </a:r>
            <a:endParaRPr sz="2700"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2715016" y="1253380"/>
            <a:ext cx="5060700" cy="26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</a:pPr>
            <a:r>
              <a:rPr b="1" lang="en" sz="1350"/>
              <a:t>Lorem Ipsum</a:t>
            </a:r>
            <a:r>
              <a:rPr lang="en" sz="1350"/>
              <a:t> is simply dummy text of the printing and typesetting industry. Lorem Ipsum has been the industry's standard dummy text ever since the 1500s. </a:t>
            </a:r>
            <a:r>
              <a:rPr b="1" lang="en" sz="1350"/>
              <a:t>Lorem Ipsum</a:t>
            </a:r>
            <a:r>
              <a:rPr lang="en" sz="1350"/>
              <a:t> is simply dummy text of the printing and typesetting industry. Lorem Ipsum has been the industry's standard dummy text ever since the 1500s.</a:t>
            </a:r>
            <a:endParaRPr sz="1350"/>
          </a:p>
          <a:p>
            <a:pPr indent="0" lvl="0" marL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</a:pPr>
            <a:r>
              <a:rPr b="1" lang="en" sz="1350"/>
              <a:t>Lorem Ipsum</a:t>
            </a:r>
            <a:r>
              <a:rPr lang="en" sz="1350"/>
              <a:t> is simply dummy text of the printing and typesetting industry. Lorem Ipsum has been the industry's standard dummy text ever since the 1500s.</a:t>
            </a:r>
            <a:endParaRPr sz="1350"/>
          </a:p>
          <a:p>
            <a:pPr indent="0" lvl="0" marL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</a:pPr>
            <a:r>
              <a:t/>
            </a:r>
            <a:endParaRPr sz="13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288819" y="1164225"/>
            <a:ext cx="59820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2700"/>
              <a:buFont typeface="Play"/>
              <a:buNone/>
            </a:pPr>
            <a:r>
              <a:rPr lang="en" sz="2700"/>
              <a:t>Title Slide</a:t>
            </a:r>
            <a:endParaRPr sz="2700"/>
          </a:p>
        </p:txBody>
      </p:sp>
      <p:pic>
        <p:nvPicPr>
          <p:cNvPr id="87" name="Google Shape;87;p18"/>
          <p:cNvPicPr preferRelativeResize="0"/>
          <p:nvPr/>
        </p:nvPicPr>
        <p:blipFill rotWithShape="1">
          <a:blip r:embed="rId3">
            <a:alphaModFix/>
          </a:blip>
          <a:srcRect b="0" l="12068" r="22554" t="0"/>
          <a:stretch/>
        </p:blipFill>
        <p:spPr>
          <a:xfrm>
            <a:off x="4134394" y="0"/>
            <a:ext cx="500961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56842" y="1874100"/>
            <a:ext cx="2176800" cy="21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62500" lnSpcReduction="1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100000"/>
              <a:buNone/>
            </a:pPr>
            <a:r>
              <a:rPr b="1" lang="en" sz="1350">
                <a:latin typeface="Roboto"/>
                <a:ea typeface="Roboto"/>
                <a:cs typeface="Roboto"/>
                <a:sym typeface="Roboto"/>
              </a:rPr>
              <a:t>Lorem Ipsum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 is simply dummy text of the printing and typesetting industry. Lorem Ipsum has been the industry's standard dummy text ever since the 1500s. </a:t>
            </a:r>
            <a:r>
              <a:rPr b="1" lang="en" sz="1350">
                <a:latin typeface="Roboto"/>
                <a:ea typeface="Roboto"/>
                <a:cs typeface="Roboto"/>
                <a:sym typeface="Roboto"/>
              </a:rPr>
              <a:t>Lorem Ipsum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 is simply dummy text of the printing and typesetting industry. Lorem Ipsum has been the industry's standard dummy text ever since the 1500s.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ct val="100000"/>
              <a:buNone/>
            </a:pPr>
            <a:r>
              <a:rPr b="1" lang="en" sz="1350">
                <a:latin typeface="Roboto"/>
                <a:ea typeface="Roboto"/>
                <a:cs typeface="Roboto"/>
                <a:sym typeface="Roboto"/>
              </a:rPr>
              <a:t>Lorem Ipsum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 is simply dummy text of the printing and typesetting industry. Lorem Ipsum has been the industry's standard dummy text ever since the 1500s.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ct val="100000"/>
              <a:buNone/>
            </a:pPr>
            <a:r>
              <a:t/>
            </a:r>
            <a:endParaRPr sz="135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288823" y="1164225"/>
            <a:ext cx="35265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64AD"/>
              </a:buClr>
              <a:buSzPts val="2700"/>
              <a:buFont typeface="Play"/>
              <a:buNone/>
            </a:pPr>
            <a:r>
              <a:rPr lang="en" sz="2700"/>
              <a:t>Title Slide</a:t>
            </a:r>
            <a:endParaRPr sz="2700"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56842" y="1874100"/>
            <a:ext cx="2176800" cy="21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62500" lnSpcReduction="10000"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ct val="100000"/>
              <a:buNone/>
            </a:pPr>
            <a:r>
              <a:rPr b="1" lang="en" sz="1350">
                <a:latin typeface="Roboto"/>
                <a:ea typeface="Roboto"/>
                <a:cs typeface="Roboto"/>
                <a:sym typeface="Roboto"/>
              </a:rPr>
              <a:t>Lorem Ipsum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 is simply dummy text of the printing and typesetting industry. Lorem Ipsum has been the industry's standard dummy text ever since the 1500s. </a:t>
            </a:r>
            <a:r>
              <a:rPr b="1" lang="en" sz="1350">
                <a:latin typeface="Roboto"/>
                <a:ea typeface="Roboto"/>
                <a:cs typeface="Roboto"/>
                <a:sym typeface="Roboto"/>
              </a:rPr>
              <a:t>Lorem Ipsum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 is simply dummy text of the printing and typesetting industry. Lorem Ipsum has been the industry's standard dummy text ever since the 1500s.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ct val="100000"/>
              <a:buNone/>
            </a:pPr>
            <a:r>
              <a:rPr b="1" lang="en" sz="1350">
                <a:latin typeface="Roboto"/>
                <a:ea typeface="Roboto"/>
                <a:cs typeface="Roboto"/>
                <a:sym typeface="Roboto"/>
              </a:rPr>
              <a:t>Lorem Ipsum</a:t>
            </a:r>
            <a:r>
              <a:rPr lang="en" sz="1350">
                <a:latin typeface="Roboto"/>
                <a:ea typeface="Roboto"/>
                <a:cs typeface="Roboto"/>
                <a:sym typeface="Roboto"/>
              </a:rPr>
              <a:t> is simply dummy text of the printing and typesetting industry. Lorem Ipsum has been the industry's standard dummy text ever since the 1500s.</a:t>
            </a:r>
            <a:endParaRPr sz="135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ct val="100000"/>
              <a:buNone/>
            </a:pPr>
            <a:r>
              <a:t/>
            </a:r>
            <a:endParaRPr sz="135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5" name="Google Shape;95;p19"/>
          <p:cNvPicPr preferRelativeResize="0"/>
          <p:nvPr/>
        </p:nvPicPr>
        <p:blipFill rotWithShape="1">
          <a:blip r:embed="rId3">
            <a:alphaModFix/>
          </a:blip>
          <a:srcRect b="0" l="12068" r="22554" t="0"/>
          <a:stretch/>
        </p:blipFill>
        <p:spPr>
          <a:xfrm>
            <a:off x="4134394" y="0"/>
            <a:ext cx="500961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288829" y="1164220"/>
            <a:ext cx="23127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64AD"/>
              </a:buClr>
              <a:buSzPct val="100000"/>
              <a:buFont typeface="Play"/>
              <a:buNone/>
            </a:pPr>
            <a:r>
              <a:rPr lang="en" sz="2700">
                <a:solidFill>
                  <a:schemeClr val="accent1"/>
                </a:solidFill>
              </a:rPr>
              <a:t>Graphic Element</a:t>
            </a:r>
            <a:endParaRPr sz="2700">
              <a:solidFill>
                <a:schemeClr val="accent1"/>
              </a:solidFill>
            </a:endParaRPr>
          </a:p>
        </p:txBody>
      </p:sp>
      <p:pic>
        <p:nvPicPr>
          <p:cNvPr id="101" name="Google Shape;10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3322" y="1574063"/>
            <a:ext cx="1987144" cy="1350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3325" y="3209925"/>
            <a:ext cx="3028950" cy="121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96942" y="3209923"/>
            <a:ext cx="1234076" cy="121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04319" y="1586740"/>
            <a:ext cx="1987144" cy="1324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48469" y="812085"/>
            <a:ext cx="1131019" cy="1131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297193" y="1114039"/>
            <a:ext cx="40938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64AD"/>
              </a:buClr>
              <a:buSzPts val="2100"/>
              <a:buFont typeface="Play"/>
              <a:buNone/>
            </a:pPr>
            <a:r>
              <a:rPr lang="en" sz="2100">
                <a:solidFill>
                  <a:srgbClr val="00B0F0"/>
                </a:solidFill>
              </a:rPr>
              <a:t>Editable Graphic Resource</a:t>
            </a:r>
            <a:endParaRPr sz="2700">
              <a:solidFill>
                <a:srgbClr val="00B0F0"/>
              </a:solidFill>
            </a:endParaRPr>
          </a:p>
        </p:txBody>
      </p:sp>
      <p:sp>
        <p:nvSpPr>
          <p:cNvPr id="111" name="Google Shape;111;p21"/>
          <p:cNvSpPr/>
          <p:nvPr/>
        </p:nvSpPr>
        <p:spPr>
          <a:xfrm>
            <a:off x="1406988" y="2905112"/>
            <a:ext cx="962400" cy="1644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2" name="Google Shape;112;p21"/>
          <p:cNvSpPr/>
          <p:nvPr/>
        </p:nvSpPr>
        <p:spPr>
          <a:xfrm>
            <a:off x="1409908" y="2906687"/>
            <a:ext cx="177000" cy="16140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143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3" name="Google Shape;113;p21"/>
          <p:cNvSpPr/>
          <p:nvPr/>
        </p:nvSpPr>
        <p:spPr>
          <a:xfrm>
            <a:off x="5976606" y="3738525"/>
            <a:ext cx="120600" cy="155400"/>
          </a:xfrm>
          <a:prstGeom prst="homePlate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" name="Google Shape;114;p21"/>
          <p:cNvSpPr/>
          <p:nvPr/>
        </p:nvSpPr>
        <p:spPr>
          <a:xfrm>
            <a:off x="5937794" y="2816993"/>
            <a:ext cx="198300" cy="155400"/>
          </a:xfrm>
          <a:prstGeom prst="chevron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21"/>
          <p:cNvSpPr/>
          <p:nvPr/>
        </p:nvSpPr>
        <p:spPr>
          <a:xfrm>
            <a:off x="5600190" y="1905074"/>
            <a:ext cx="182400" cy="150000"/>
          </a:xfrm>
          <a:prstGeom prst="rightArrow">
            <a:avLst>
              <a:gd fmla="val 25609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16" name="Google Shape;116;p21"/>
          <p:cNvGrpSpPr/>
          <p:nvPr/>
        </p:nvGrpSpPr>
        <p:grpSpPr>
          <a:xfrm>
            <a:off x="4375760" y="2663611"/>
            <a:ext cx="410369" cy="476555"/>
            <a:chOff x="4727025" y="1332775"/>
            <a:chExt cx="59900" cy="69625"/>
          </a:xfrm>
        </p:grpSpPr>
        <p:sp>
          <p:nvSpPr>
            <p:cNvPr id="117" name="Google Shape;117;p21"/>
            <p:cNvSpPr/>
            <p:nvPr/>
          </p:nvSpPr>
          <p:spPr>
            <a:xfrm>
              <a:off x="4727025" y="1332775"/>
              <a:ext cx="36450" cy="33200"/>
            </a:xfrm>
            <a:custGeom>
              <a:rect b="b" l="l" r="r" t="t"/>
              <a:pathLst>
                <a:path extrusionOk="0" h="1328" w="1458">
                  <a:moveTo>
                    <a:pt x="1047" y="1"/>
                  </a:moveTo>
                  <a:lnTo>
                    <a:pt x="1047" y="188"/>
                  </a:lnTo>
                  <a:cubicBezTo>
                    <a:pt x="484" y="289"/>
                    <a:pt x="51" y="758"/>
                    <a:pt x="1" y="1328"/>
                  </a:cubicBezTo>
                  <a:lnTo>
                    <a:pt x="477" y="1328"/>
                  </a:lnTo>
                  <a:cubicBezTo>
                    <a:pt x="527" y="1018"/>
                    <a:pt x="751" y="765"/>
                    <a:pt x="1047" y="679"/>
                  </a:cubicBezTo>
                  <a:lnTo>
                    <a:pt x="1047" y="845"/>
                  </a:lnTo>
                  <a:lnTo>
                    <a:pt x="1458" y="433"/>
                  </a:lnTo>
                  <a:lnTo>
                    <a:pt x="104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1"/>
            <p:cNvSpPr/>
            <p:nvPr/>
          </p:nvSpPr>
          <p:spPr>
            <a:xfrm>
              <a:off x="4750475" y="1369025"/>
              <a:ext cx="36450" cy="33375"/>
            </a:xfrm>
            <a:custGeom>
              <a:rect b="b" l="l" r="r" t="t"/>
              <a:pathLst>
                <a:path extrusionOk="0" h="1335" w="1458">
                  <a:moveTo>
                    <a:pt x="974" y="0"/>
                  </a:moveTo>
                  <a:cubicBezTo>
                    <a:pt x="931" y="311"/>
                    <a:pt x="707" y="570"/>
                    <a:pt x="404" y="657"/>
                  </a:cubicBezTo>
                  <a:lnTo>
                    <a:pt x="404" y="491"/>
                  </a:lnTo>
                  <a:lnTo>
                    <a:pt x="0" y="902"/>
                  </a:lnTo>
                  <a:lnTo>
                    <a:pt x="404" y="1335"/>
                  </a:lnTo>
                  <a:lnTo>
                    <a:pt x="404" y="1140"/>
                  </a:lnTo>
                  <a:cubicBezTo>
                    <a:pt x="967" y="1039"/>
                    <a:pt x="1400" y="577"/>
                    <a:pt x="145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21"/>
          <p:cNvGrpSpPr/>
          <p:nvPr/>
        </p:nvGrpSpPr>
        <p:grpSpPr>
          <a:xfrm>
            <a:off x="4954030" y="1913759"/>
            <a:ext cx="464166" cy="464162"/>
            <a:chOff x="4820425" y="1329900"/>
            <a:chExt cx="70175" cy="70350"/>
          </a:xfrm>
        </p:grpSpPr>
        <p:sp>
          <p:nvSpPr>
            <p:cNvPr id="120" name="Google Shape;120;p21"/>
            <p:cNvSpPr/>
            <p:nvPr/>
          </p:nvSpPr>
          <p:spPr>
            <a:xfrm>
              <a:off x="4862975" y="1335475"/>
              <a:ext cx="27625" cy="34650"/>
            </a:xfrm>
            <a:custGeom>
              <a:rect b="b" l="l" r="r" t="t"/>
              <a:pathLst>
                <a:path extrusionOk="0" h="1386" w="1105">
                  <a:moveTo>
                    <a:pt x="1" y="1"/>
                  </a:moveTo>
                  <a:lnTo>
                    <a:pt x="1" y="491"/>
                  </a:lnTo>
                  <a:cubicBezTo>
                    <a:pt x="217" y="585"/>
                    <a:pt x="376" y="765"/>
                    <a:pt x="441" y="989"/>
                  </a:cubicBezTo>
                  <a:lnTo>
                    <a:pt x="275" y="989"/>
                  </a:lnTo>
                  <a:lnTo>
                    <a:pt x="679" y="1386"/>
                  </a:lnTo>
                  <a:lnTo>
                    <a:pt x="1104" y="989"/>
                  </a:lnTo>
                  <a:lnTo>
                    <a:pt x="917" y="989"/>
                  </a:lnTo>
                  <a:cubicBezTo>
                    <a:pt x="830" y="513"/>
                    <a:pt x="470" y="123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1"/>
            <p:cNvSpPr/>
            <p:nvPr/>
          </p:nvSpPr>
          <p:spPr>
            <a:xfrm>
              <a:off x="4820425" y="1360000"/>
              <a:ext cx="27625" cy="34650"/>
            </a:xfrm>
            <a:custGeom>
              <a:rect b="b" l="l" r="r" t="t"/>
              <a:pathLst>
                <a:path extrusionOk="0" h="1386" w="1105">
                  <a:moveTo>
                    <a:pt x="426" y="1"/>
                  </a:moveTo>
                  <a:lnTo>
                    <a:pt x="1" y="397"/>
                  </a:lnTo>
                  <a:lnTo>
                    <a:pt x="188" y="397"/>
                  </a:lnTo>
                  <a:cubicBezTo>
                    <a:pt x="275" y="873"/>
                    <a:pt x="628" y="1263"/>
                    <a:pt x="1097" y="1386"/>
                  </a:cubicBezTo>
                  <a:lnTo>
                    <a:pt x="1104" y="895"/>
                  </a:lnTo>
                  <a:cubicBezTo>
                    <a:pt x="888" y="801"/>
                    <a:pt x="729" y="621"/>
                    <a:pt x="664" y="397"/>
                  </a:cubicBezTo>
                  <a:lnTo>
                    <a:pt x="830" y="397"/>
                  </a:lnTo>
                  <a:lnTo>
                    <a:pt x="42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1"/>
            <p:cNvSpPr/>
            <p:nvPr/>
          </p:nvSpPr>
          <p:spPr>
            <a:xfrm>
              <a:off x="4850375" y="1372800"/>
              <a:ext cx="34625" cy="27450"/>
            </a:xfrm>
            <a:custGeom>
              <a:rect b="b" l="l" r="r" t="t"/>
              <a:pathLst>
                <a:path extrusionOk="0" h="1098" w="1385">
                  <a:moveTo>
                    <a:pt x="894" y="1"/>
                  </a:moveTo>
                  <a:cubicBezTo>
                    <a:pt x="801" y="210"/>
                    <a:pt x="620" y="369"/>
                    <a:pt x="397" y="434"/>
                  </a:cubicBezTo>
                  <a:lnTo>
                    <a:pt x="397" y="275"/>
                  </a:lnTo>
                  <a:lnTo>
                    <a:pt x="0" y="672"/>
                  </a:lnTo>
                  <a:lnTo>
                    <a:pt x="397" y="1097"/>
                  </a:lnTo>
                  <a:lnTo>
                    <a:pt x="397" y="910"/>
                  </a:lnTo>
                  <a:cubicBezTo>
                    <a:pt x="873" y="823"/>
                    <a:pt x="1262" y="470"/>
                    <a:pt x="138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1"/>
            <p:cNvSpPr/>
            <p:nvPr/>
          </p:nvSpPr>
          <p:spPr>
            <a:xfrm>
              <a:off x="4825850" y="1329900"/>
              <a:ext cx="34625" cy="27975"/>
            </a:xfrm>
            <a:custGeom>
              <a:rect b="b" l="l" r="r" t="t"/>
              <a:pathLst>
                <a:path extrusionOk="0" h="1119" w="1385">
                  <a:moveTo>
                    <a:pt x="988" y="0"/>
                  </a:moveTo>
                  <a:lnTo>
                    <a:pt x="988" y="188"/>
                  </a:lnTo>
                  <a:cubicBezTo>
                    <a:pt x="505" y="274"/>
                    <a:pt x="123" y="635"/>
                    <a:pt x="0" y="1118"/>
                  </a:cubicBezTo>
                  <a:lnTo>
                    <a:pt x="491" y="1118"/>
                  </a:lnTo>
                  <a:cubicBezTo>
                    <a:pt x="584" y="895"/>
                    <a:pt x="765" y="729"/>
                    <a:pt x="995" y="664"/>
                  </a:cubicBezTo>
                  <a:lnTo>
                    <a:pt x="995" y="830"/>
                  </a:lnTo>
                  <a:lnTo>
                    <a:pt x="1385" y="426"/>
                  </a:lnTo>
                  <a:lnTo>
                    <a:pt x="98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" name="Google Shape;124;p21"/>
          <p:cNvGrpSpPr/>
          <p:nvPr/>
        </p:nvGrpSpPr>
        <p:grpSpPr>
          <a:xfrm>
            <a:off x="4298161" y="1924665"/>
            <a:ext cx="498662" cy="456953"/>
            <a:chOff x="4903200" y="1331525"/>
            <a:chExt cx="73575" cy="67425"/>
          </a:xfrm>
        </p:grpSpPr>
        <p:sp>
          <p:nvSpPr>
            <p:cNvPr id="125" name="Google Shape;125;p21"/>
            <p:cNvSpPr/>
            <p:nvPr/>
          </p:nvSpPr>
          <p:spPr>
            <a:xfrm>
              <a:off x="4903200" y="1331525"/>
              <a:ext cx="73575" cy="67425"/>
            </a:xfrm>
            <a:custGeom>
              <a:rect b="b" l="l" r="r" t="t"/>
              <a:pathLst>
                <a:path extrusionOk="0" h="2697" w="2943">
                  <a:moveTo>
                    <a:pt x="1652" y="0"/>
                  </a:moveTo>
                  <a:lnTo>
                    <a:pt x="1652" y="173"/>
                  </a:lnTo>
                  <a:cubicBezTo>
                    <a:pt x="534" y="195"/>
                    <a:pt x="0" y="1551"/>
                    <a:pt x="794" y="2330"/>
                  </a:cubicBezTo>
                  <a:cubicBezTo>
                    <a:pt x="1051" y="2583"/>
                    <a:pt x="1366" y="2696"/>
                    <a:pt x="1674" y="2696"/>
                  </a:cubicBezTo>
                  <a:cubicBezTo>
                    <a:pt x="2323" y="2696"/>
                    <a:pt x="2943" y="2194"/>
                    <a:pt x="2943" y="1435"/>
                  </a:cubicBezTo>
                  <a:lnTo>
                    <a:pt x="2503" y="1435"/>
                  </a:lnTo>
                  <a:cubicBezTo>
                    <a:pt x="2503" y="1928"/>
                    <a:pt x="2093" y="2259"/>
                    <a:pt x="1668" y="2259"/>
                  </a:cubicBezTo>
                  <a:cubicBezTo>
                    <a:pt x="1470" y="2259"/>
                    <a:pt x="1269" y="2187"/>
                    <a:pt x="1104" y="2027"/>
                  </a:cubicBezTo>
                  <a:cubicBezTo>
                    <a:pt x="577" y="1515"/>
                    <a:pt x="923" y="628"/>
                    <a:pt x="1652" y="613"/>
                  </a:cubicBezTo>
                  <a:lnTo>
                    <a:pt x="1652" y="765"/>
                  </a:lnTo>
                  <a:lnTo>
                    <a:pt x="2020" y="390"/>
                  </a:lnTo>
                  <a:lnTo>
                    <a:pt x="165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21"/>
            <p:cNvSpPr/>
            <p:nvPr/>
          </p:nvSpPr>
          <p:spPr>
            <a:xfrm>
              <a:off x="4930250" y="1353150"/>
              <a:ext cx="29775" cy="32475"/>
            </a:xfrm>
            <a:custGeom>
              <a:rect b="b" l="l" r="r" t="t"/>
              <a:pathLst>
                <a:path extrusionOk="0" h="1299" w="1191">
                  <a:moveTo>
                    <a:pt x="592" y="1"/>
                  </a:moveTo>
                  <a:cubicBezTo>
                    <a:pt x="274" y="1"/>
                    <a:pt x="15" y="246"/>
                    <a:pt x="0" y="570"/>
                  </a:cubicBezTo>
                  <a:lnTo>
                    <a:pt x="447" y="570"/>
                  </a:lnTo>
                  <a:cubicBezTo>
                    <a:pt x="447" y="479"/>
                    <a:pt x="519" y="416"/>
                    <a:pt x="597" y="416"/>
                  </a:cubicBezTo>
                  <a:cubicBezTo>
                    <a:pt x="624" y="416"/>
                    <a:pt x="652" y="424"/>
                    <a:pt x="678" y="441"/>
                  </a:cubicBezTo>
                  <a:cubicBezTo>
                    <a:pt x="779" y="506"/>
                    <a:pt x="765" y="657"/>
                    <a:pt x="656" y="707"/>
                  </a:cubicBezTo>
                  <a:lnTo>
                    <a:pt x="656" y="534"/>
                  </a:lnTo>
                  <a:lnTo>
                    <a:pt x="289" y="902"/>
                  </a:lnTo>
                  <a:lnTo>
                    <a:pt x="656" y="1299"/>
                  </a:lnTo>
                  <a:lnTo>
                    <a:pt x="656" y="1155"/>
                  </a:lnTo>
                  <a:cubicBezTo>
                    <a:pt x="959" y="1126"/>
                    <a:pt x="1190" y="873"/>
                    <a:pt x="1190" y="570"/>
                  </a:cubicBezTo>
                  <a:cubicBezTo>
                    <a:pt x="1176" y="246"/>
                    <a:pt x="916" y="1"/>
                    <a:pt x="5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" name="Google Shape;127;p21"/>
          <p:cNvGrpSpPr/>
          <p:nvPr/>
        </p:nvGrpSpPr>
        <p:grpSpPr>
          <a:xfrm>
            <a:off x="4933644" y="2653676"/>
            <a:ext cx="504620" cy="474353"/>
            <a:chOff x="4815575" y="1416800"/>
            <a:chExt cx="73750" cy="71400"/>
          </a:xfrm>
        </p:grpSpPr>
        <p:sp>
          <p:nvSpPr>
            <p:cNvPr id="128" name="Google Shape;128;p21"/>
            <p:cNvSpPr/>
            <p:nvPr/>
          </p:nvSpPr>
          <p:spPr>
            <a:xfrm>
              <a:off x="4815575" y="1416800"/>
              <a:ext cx="43100" cy="52150"/>
            </a:xfrm>
            <a:custGeom>
              <a:rect b="b" l="l" r="r" t="t"/>
              <a:pathLst>
                <a:path extrusionOk="0" h="2086" w="1724">
                  <a:moveTo>
                    <a:pt x="1327" y="1"/>
                  </a:moveTo>
                  <a:lnTo>
                    <a:pt x="1327" y="181"/>
                  </a:lnTo>
                  <a:cubicBezTo>
                    <a:pt x="469" y="361"/>
                    <a:pt x="0" y="1299"/>
                    <a:pt x="375" y="2085"/>
                  </a:cubicBezTo>
                  <a:lnTo>
                    <a:pt x="772" y="1818"/>
                  </a:lnTo>
                  <a:cubicBezTo>
                    <a:pt x="729" y="1717"/>
                    <a:pt x="707" y="1609"/>
                    <a:pt x="707" y="1501"/>
                  </a:cubicBezTo>
                  <a:cubicBezTo>
                    <a:pt x="714" y="1111"/>
                    <a:pt x="959" y="772"/>
                    <a:pt x="1327" y="657"/>
                  </a:cubicBezTo>
                  <a:lnTo>
                    <a:pt x="1327" y="823"/>
                  </a:lnTo>
                  <a:lnTo>
                    <a:pt x="1724" y="426"/>
                  </a:lnTo>
                  <a:lnTo>
                    <a:pt x="132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21"/>
            <p:cNvSpPr/>
            <p:nvPr/>
          </p:nvSpPr>
          <p:spPr>
            <a:xfrm>
              <a:off x="4861725" y="1421125"/>
              <a:ext cx="27600" cy="51250"/>
            </a:xfrm>
            <a:custGeom>
              <a:rect b="b" l="l" r="r" t="t"/>
              <a:pathLst>
                <a:path extrusionOk="0" h="2050" w="1104">
                  <a:moveTo>
                    <a:pt x="0" y="1"/>
                  </a:moveTo>
                  <a:lnTo>
                    <a:pt x="0" y="477"/>
                  </a:lnTo>
                  <a:cubicBezTo>
                    <a:pt x="375" y="592"/>
                    <a:pt x="635" y="938"/>
                    <a:pt x="635" y="1328"/>
                  </a:cubicBezTo>
                  <a:cubicBezTo>
                    <a:pt x="635" y="1429"/>
                    <a:pt x="621" y="1530"/>
                    <a:pt x="585" y="1624"/>
                  </a:cubicBezTo>
                  <a:lnTo>
                    <a:pt x="404" y="1494"/>
                  </a:lnTo>
                  <a:lnTo>
                    <a:pt x="513" y="2049"/>
                  </a:lnTo>
                  <a:lnTo>
                    <a:pt x="1089" y="1963"/>
                  </a:lnTo>
                  <a:lnTo>
                    <a:pt x="981" y="1883"/>
                  </a:lnTo>
                  <a:cubicBezTo>
                    <a:pt x="1061" y="1710"/>
                    <a:pt x="1104" y="1523"/>
                    <a:pt x="1104" y="1328"/>
                  </a:cubicBezTo>
                  <a:cubicBezTo>
                    <a:pt x="1104" y="679"/>
                    <a:pt x="635" y="123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21"/>
            <p:cNvSpPr/>
            <p:nvPr/>
          </p:nvSpPr>
          <p:spPr>
            <a:xfrm>
              <a:off x="4829450" y="1467825"/>
              <a:ext cx="49250" cy="20375"/>
            </a:xfrm>
            <a:custGeom>
              <a:rect b="b" l="l" r="r" t="t"/>
              <a:pathLst>
                <a:path extrusionOk="0" h="815" w="1970">
                  <a:moveTo>
                    <a:pt x="109" y="1"/>
                  </a:moveTo>
                  <a:lnTo>
                    <a:pt x="0" y="556"/>
                  </a:lnTo>
                  <a:lnTo>
                    <a:pt x="137" y="462"/>
                  </a:lnTo>
                  <a:cubicBezTo>
                    <a:pt x="394" y="698"/>
                    <a:pt x="720" y="815"/>
                    <a:pt x="1045" y="815"/>
                  </a:cubicBezTo>
                  <a:cubicBezTo>
                    <a:pt x="1378" y="815"/>
                    <a:pt x="1710" y="692"/>
                    <a:pt x="1969" y="448"/>
                  </a:cubicBezTo>
                  <a:lnTo>
                    <a:pt x="1969" y="441"/>
                  </a:lnTo>
                  <a:lnTo>
                    <a:pt x="1573" y="174"/>
                  </a:lnTo>
                  <a:cubicBezTo>
                    <a:pt x="1418" y="292"/>
                    <a:pt x="1232" y="352"/>
                    <a:pt x="1046" y="352"/>
                  </a:cubicBezTo>
                  <a:cubicBezTo>
                    <a:pt x="868" y="352"/>
                    <a:pt x="689" y="297"/>
                    <a:pt x="534" y="188"/>
                  </a:cubicBezTo>
                  <a:lnTo>
                    <a:pt x="678" y="95"/>
                  </a:lnTo>
                  <a:lnTo>
                    <a:pt x="10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" name="Google Shape;131;p21"/>
          <p:cNvGrpSpPr/>
          <p:nvPr/>
        </p:nvGrpSpPr>
        <p:grpSpPr>
          <a:xfrm>
            <a:off x="4346090" y="3419138"/>
            <a:ext cx="475425" cy="475425"/>
            <a:chOff x="5771961" y="3831737"/>
            <a:chExt cx="633900" cy="633900"/>
          </a:xfrm>
        </p:grpSpPr>
        <p:sp>
          <p:nvSpPr>
            <p:cNvPr id="132" name="Google Shape;132;p21"/>
            <p:cNvSpPr/>
            <p:nvPr/>
          </p:nvSpPr>
          <p:spPr>
            <a:xfrm flipH="1">
              <a:off x="5771961" y="3831737"/>
              <a:ext cx="633900" cy="633900"/>
            </a:xfrm>
            <a:prstGeom prst="blockArc">
              <a:avLst>
                <a:gd fmla="val 16275737" name="adj1"/>
                <a:gd fmla="val 15898772" name="adj2"/>
                <a:gd fmla="val 17257" name="adj3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1"/>
            <p:cNvSpPr/>
            <p:nvPr/>
          </p:nvSpPr>
          <p:spPr>
            <a:xfrm>
              <a:off x="5805520" y="3832711"/>
              <a:ext cx="597190" cy="632197"/>
            </a:xfrm>
            <a:custGeom>
              <a:rect b="b" l="l" r="r" t="t"/>
              <a:pathLst>
                <a:path extrusionOk="0" h="2547" w="2389">
                  <a:moveTo>
                    <a:pt x="1148" y="0"/>
                  </a:moveTo>
                  <a:cubicBezTo>
                    <a:pt x="765" y="0"/>
                    <a:pt x="397" y="173"/>
                    <a:pt x="159" y="476"/>
                  </a:cubicBezTo>
                  <a:lnTo>
                    <a:pt x="1" y="354"/>
                  </a:lnTo>
                  <a:lnTo>
                    <a:pt x="116" y="967"/>
                  </a:lnTo>
                  <a:lnTo>
                    <a:pt x="700" y="909"/>
                  </a:lnTo>
                  <a:lnTo>
                    <a:pt x="498" y="750"/>
                  </a:lnTo>
                  <a:cubicBezTo>
                    <a:pt x="669" y="541"/>
                    <a:pt x="910" y="441"/>
                    <a:pt x="1149" y="441"/>
                  </a:cubicBezTo>
                  <a:cubicBezTo>
                    <a:pt x="1454" y="441"/>
                    <a:pt x="1755" y="605"/>
                    <a:pt x="1905" y="916"/>
                  </a:cubicBezTo>
                  <a:cubicBezTo>
                    <a:pt x="2165" y="1472"/>
                    <a:pt x="1768" y="2106"/>
                    <a:pt x="1148" y="2106"/>
                  </a:cubicBezTo>
                  <a:lnTo>
                    <a:pt x="1148" y="2546"/>
                  </a:lnTo>
                  <a:cubicBezTo>
                    <a:pt x="1840" y="2532"/>
                    <a:pt x="2388" y="1962"/>
                    <a:pt x="2388" y="1277"/>
                  </a:cubicBezTo>
                  <a:cubicBezTo>
                    <a:pt x="2388" y="584"/>
                    <a:pt x="1840" y="22"/>
                    <a:pt x="1148" y="0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7150">
              <a:solidFill>
                <a:srgbClr val="FAF6E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4" name="Google Shape;134;p21"/>
          <p:cNvGrpSpPr/>
          <p:nvPr/>
        </p:nvGrpSpPr>
        <p:grpSpPr>
          <a:xfrm>
            <a:off x="4947425" y="3406431"/>
            <a:ext cx="477592" cy="487143"/>
            <a:chOff x="4818100" y="1507675"/>
            <a:chExt cx="71225" cy="71625"/>
          </a:xfrm>
        </p:grpSpPr>
        <p:sp>
          <p:nvSpPr>
            <p:cNvPr id="135" name="Google Shape;135;p21"/>
            <p:cNvSpPr/>
            <p:nvPr/>
          </p:nvSpPr>
          <p:spPr>
            <a:xfrm>
              <a:off x="4818100" y="1507675"/>
              <a:ext cx="46000" cy="56300"/>
            </a:xfrm>
            <a:custGeom>
              <a:rect b="b" l="l" r="r" t="t"/>
              <a:pathLst>
                <a:path extrusionOk="0" h="2252" w="1840">
                  <a:moveTo>
                    <a:pt x="1457" y="1"/>
                  </a:moveTo>
                  <a:lnTo>
                    <a:pt x="1457" y="159"/>
                  </a:lnTo>
                  <a:cubicBezTo>
                    <a:pt x="606" y="188"/>
                    <a:pt x="0" y="989"/>
                    <a:pt x="195" y="1818"/>
                  </a:cubicBezTo>
                  <a:cubicBezTo>
                    <a:pt x="188" y="1818"/>
                    <a:pt x="188" y="1825"/>
                    <a:pt x="188" y="1833"/>
                  </a:cubicBezTo>
                  <a:lnTo>
                    <a:pt x="195" y="1869"/>
                  </a:lnTo>
                  <a:cubicBezTo>
                    <a:pt x="195" y="1876"/>
                    <a:pt x="202" y="1883"/>
                    <a:pt x="202" y="1898"/>
                  </a:cubicBezTo>
                  <a:cubicBezTo>
                    <a:pt x="202" y="1905"/>
                    <a:pt x="209" y="1912"/>
                    <a:pt x="209" y="1919"/>
                  </a:cubicBezTo>
                  <a:cubicBezTo>
                    <a:pt x="209" y="1934"/>
                    <a:pt x="216" y="1948"/>
                    <a:pt x="224" y="1955"/>
                  </a:cubicBezTo>
                  <a:lnTo>
                    <a:pt x="231" y="1977"/>
                  </a:lnTo>
                  <a:cubicBezTo>
                    <a:pt x="245" y="2013"/>
                    <a:pt x="260" y="2056"/>
                    <a:pt x="274" y="2092"/>
                  </a:cubicBezTo>
                  <a:lnTo>
                    <a:pt x="281" y="2100"/>
                  </a:lnTo>
                  <a:cubicBezTo>
                    <a:pt x="289" y="2114"/>
                    <a:pt x="296" y="2128"/>
                    <a:pt x="303" y="2143"/>
                  </a:cubicBezTo>
                  <a:lnTo>
                    <a:pt x="317" y="2157"/>
                  </a:lnTo>
                  <a:cubicBezTo>
                    <a:pt x="317" y="2172"/>
                    <a:pt x="325" y="2186"/>
                    <a:pt x="332" y="2201"/>
                  </a:cubicBezTo>
                  <a:lnTo>
                    <a:pt x="346" y="2215"/>
                  </a:lnTo>
                  <a:cubicBezTo>
                    <a:pt x="353" y="2229"/>
                    <a:pt x="361" y="2237"/>
                    <a:pt x="368" y="2251"/>
                  </a:cubicBezTo>
                  <a:lnTo>
                    <a:pt x="743" y="1970"/>
                  </a:lnTo>
                  <a:lnTo>
                    <a:pt x="721" y="1934"/>
                  </a:lnTo>
                  <a:lnTo>
                    <a:pt x="700" y="1898"/>
                  </a:lnTo>
                  <a:lnTo>
                    <a:pt x="692" y="1883"/>
                  </a:lnTo>
                  <a:cubicBezTo>
                    <a:pt x="685" y="1862"/>
                    <a:pt x="678" y="1847"/>
                    <a:pt x="671" y="1825"/>
                  </a:cubicBezTo>
                  <a:cubicBezTo>
                    <a:pt x="671" y="1818"/>
                    <a:pt x="664" y="1811"/>
                    <a:pt x="664" y="1804"/>
                  </a:cubicBezTo>
                  <a:cubicBezTo>
                    <a:pt x="664" y="1797"/>
                    <a:pt x="656" y="1782"/>
                    <a:pt x="649" y="1775"/>
                  </a:cubicBezTo>
                  <a:lnTo>
                    <a:pt x="642" y="1732"/>
                  </a:lnTo>
                  <a:lnTo>
                    <a:pt x="635" y="1703"/>
                  </a:lnTo>
                  <a:lnTo>
                    <a:pt x="628" y="1667"/>
                  </a:lnTo>
                  <a:lnTo>
                    <a:pt x="628" y="1645"/>
                  </a:lnTo>
                  <a:cubicBezTo>
                    <a:pt x="628" y="1638"/>
                    <a:pt x="620" y="1609"/>
                    <a:pt x="620" y="1587"/>
                  </a:cubicBezTo>
                  <a:lnTo>
                    <a:pt x="620" y="1573"/>
                  </a:lnTo>
                  <a:lnTo>
                    <a:pt x="620" y="1508"/>
                  </a:lnTo>
                  <a:cubicBezTo>
                    <a:pt x="620" y="1039"/>
                    <a:pt x="988" y="650"/>
                    <a:pt x="1457" y="628"/>
                  </a:cubicBezTo>
                  <a:lnTo>
                    <a:pt x="1457" y="809"/>
                  </a:lnTo>
                  <a:lnTo>
                    <a:pt x="1839" y="419"/>
                  </a:lnTo>
                  <a:lnTo>
                    <a:pt x="145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1"/>
            <p:cNvSpPr/>
            <p:nvPr/>
          </p:nvSpPr>
          <p:spPr>
            <a:xfrm>
              <a:off x="4869825" y="1519575"/>
              <a:ext cx="19500" cy="23825"/>
            </a:xfrm>
            <a:custGeom>
              <a:rect b="b" l="l" r="r" t="t"/>
              <a:pathLst>
                <a:path extrusionOk="0" h="953" w="780">
                  <a:moveTo>
                    <a:pt x="304" y="1"/>
                  </a:moveTo>
                  <a:lnTo>
                    <a:pt x="1" y="354"/>
                  </a:lnTo>
                  <a:cubicBezTo>
                    <a:pt x="181" y="506"/>
                    <a:pt x="289" y="722"/>
                    <a:pt x="311" y="953"/>
                  </a:cubicBezTo>
                  <a:lnTo>
                    <a:pt x="780" y="953"/>
                  </a:lnTo>
                  <a:cubicBezTo>
                    <a:pt x="751" y="585"/>
                    <a:pt x="585" y="239"/>
                    <a:pt x="30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21"/>
            <p:cNvSpPr/>
            <p:nvPr/>
          </p:nvSpPr>
          <p:spPr>
            <a:xfrm>
              <a:off x="4857575" y="1547700"/>
              <a:ext cx="31575" cy="31600"/>
            </a:xfrm>
            <a:custGeom>
              <a:rect b="b" l="l" r="r" t="t"/>
              <a:pathLst>
                <a:path extrusionOk="0" h="1264" w="1263">
                  <a:moveTo>
                    <a:pt x="801" y="1"/>
                  </a:moveTo>
                  <a:cubicBezTo>
                    <a:pt x="758" y="419"/>
                    <a:pt x="426" y="751"/>
                    <a:pt x="1" y="794"/>
                  </a:cubicBezTo>
                  <a:lnTo>
                    <a:pt x="1" y="1263"/>
                  </a:lnTo>
                  <a:cubicBezTo>
                    <a:pt x="679" y="1213"/>
                    <a:pt x="1219" y="679"/>
                    <a:pt x="126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21"/>
            <p:cNvSpPr/>
            <p:nvPr/>
          </p:nvSpPr>
          <p:spPr>
            <a:xfrm>
              <a:off x="4829800" y="1560150"/>
              <a:ext cx="23650" cy="18950"/>
            </a:xfrm>
            <a:custGeom>
              <a:rect b="b" l="l" r="r" t="t"/>
              <a:pathLst>
                <a:path extrusionOk="0" h="758" w="946">
                  <a:moveTo>
                    <a:pt x="376" y="1"/>
                  </a:moveTo>
                  <a:lnTo>
                    <a:pt x="1" y="282"/>
                  </a:lnTo>
                  <a:cubicBezTo>
                    <a:pt x="239" y="563"/>
                    <a:pt x="578" y="736"/>
                    <a:pt x="946" y="758"/>
                  </a:cubicBezTo>
                  <a:lnTo>
                    <a:pt x="946" y="289"/>
                  </a:lnTo>
                  <a:cubicBezTo>
                    <a:pt x="722" y="267"/>
                    <a:pt x="520" y="166"/>
                    <a:pt x="37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9" name="Google Shape;139;p21"/>
          <p:cNvGrpSpPr/>
          <p:nvPr/>
        </p:nvGrpSpPr>
        <p:grpSpPr>
          <a:xfrm>
            <a:off x="3720852" y="3401951"/>
            <a:ext cx="487139" cy="496167"/>
            <a:chOff x="4906800" y="1507500"/>
            <a:chExt cx="70350" cy="71075"/>
          </a:xfrm>
        </p:grpSpPr>
        <p:sp>
          <p:nvSpPr>
            <p:cNvPr id="140" name="Google Shape;140;p21"/>
            <p:cNvSpPr/>
            <p:nvPr/>
          </p:nvSpPr>
          <p:spPr>
            <a:xfrm>
              <a:off x="4916000" y="1507500"/>
              <a:ext cx="30850" cy="24000"/>
            </a:xfrm>
            <a:custGeom>
              <a:rect b="b" l="l" r="r" t="t"/>
              <a:pathLst>
                <a:path extrusionOk="0" h="960" w="1234">
                  <a:moveTo>
                    <a:pt x="837" y="1"/>
                  </a:moveTo>
                  <a:lnTo>
                    <a:pt x="837" y="202"/>
                  </a:lnTo>
                  <a:cubicBezTo>
                    <a:pt x="484" y="282"/>
                    <a:pt x="181" y="498"/>
                    <a:pt x="0" y="808"/>
                  </a:cubicBezTo>
                  <a:lnTo>
                    <a:pt x="455" y="960"/>
                  </a:lnTo>
                  <a:cubicBezTo>
                    <a:pt x="556" y="837"/>
                    <a:pt x="686" y="736"/>
                    <a:pt x="837" y="686"/>
                  </a:cubicBezTo>
                  <a:lnTo>
                    <a:pt x="837" y="823"/>
                  </a:lnTo>
                  <a:lnTo>
                    <a:pt x="1234" y="426"/>
                  </a:lnTo>
                  <a:lnTo>
                    <a:pt x="83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21"/>
            <p:cNvSpPr/>
            <p:nvPr/>
          </p:nvSpPr>
          <p:spPr>
            <a:xfrm>
              <a:off x="4906800" y="1533825"/>
              <a:ext cx="19675" cy="32475"/>
            </a:xfrm>
            <a:custGeom>
              <a:rect b="b" l="l" r="r" t="t"/>
              <a:pathLst>
                <a:path extrusionOk="0" h="1299" w="787">
                  <a:moveTo>
                    <a:pt x="527" y="1"/>
                  </a:moveTo>
                  <a:lnTo>
                    <a:pt x="1" y="246"/>
                  </a:lnTo>
                  <a:lnTo>
                    <a:pt x="181" y="303"/>
                  </a:lnTo>
                  <a:cubicBezTo>
                    <a:pt x="181" y="347"/>
                    <a:pt x="174" y="390"/>
                    <a:pt x="174" y="433"/>
                  </a:cubicBezTo>
                  <a:cubicBezTo>
                    <a:pt x="174" y="751"/>
                    <a:pt x="289" y="1061"/>
                    <a:pt x="498" y="1299"/>
                  </a:cubicBezTo>
                  <a:lnTo>
                    <a:pt x="787" y="909"/>
                  </a:lnTo>
                  <a:cubicBezTo>
                    <a:pt x="693" y="772"/>
                    <a:pt x="650" y="614"/>
                    <a:pt x="642" y="455"/>
                  </a:cubicBezTo>
                  <a:lnTo>
                    <a:pt x="642" y="455"/>
                  </a:lnTo>
                  <a:lnTo>
                    <a:pt x="787" y="498"/>
                  </a:lnTo>
                  <a:lnTo>
                    <a:pt x="52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21"/>
            <p:cNvSpPr/>
            <p:nvPr/>
          </p:nvSpPr>
          <p:spPr>
            <a:xfrm>
              <a:off x="4926625" y="1561950"/>
              <a:ext cx="30675" cy="16625"/>
            </a:xfrm>
            <a:custGeom>
              <a:rect b="b" l="l" r="r" t="t"/>
              <a:pathLst>
                <a:path extrusionOk="0" h="665" w="1227">
                  <a:moveTo>
                    <a:pt x="556" y="1"/>
                  </a:moveTo>
                  <a:lnTo>
                    <a:pt x="1" y="87"/>
                  </a:lnTo>
                  <a:lnTo>
                    <a:pt x="66" y="664"/>
                  </a:lnTo>
                  <a:lnTo>
                    <a:pt x="181" y="513"/>
                  </a:lnTo>
                  <a:cubicBezTo>
                    <a:pt x="347" y="585"/>
                    <a:pt x="526" y="621"/>
                    <a:pt x="704" y="621"/>
                  </a:cubicBezTo>
                  <a:cubicBezTo>
                    <a:pt x="883" y="621"/>
                    <a:pt x="1061" y="585"/>
                    <a:pt x="1227" y="513"/>
                  </a:cubicBezTo>
                  <a:lnTo>
                    <a:pt x="946" y="123"/>
                  </a:lnTo>
                  <a:cubicBezTo>
                    <a:pt x="866" y="149"/>
                    <a:pt x="785" y="161"/>
                    <a:pt x="704" y="161"/>
                  </a:cubicBezTo>
                  <a:cubicBezTo>
                    <a:pt x="623" y="161"/>
                    <a:pt x="542" y="149"/>
                    <a:pt x="462" y="123"/>
                  </a:cubicBezTo>
                  <a:lnTo>
                    <a:pt x="55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21"/>
            <p:cNvSpPr/>
            <p:nvPr/>
          </p:nvSpPr>
          <p:spPr>
            <a:xfrm>
              <a:off x="4957475" y="1541400"/>
              <a:ext cx="19675" cy="27800"/>
            </a:xfrm>
            <a:custGeom>
              <a:rect b="b" l="l" r="r" t="t"/>
              <a:pathLst>
                <a:path extrusionOk="0" h="1112" w="787">
                  <a:moveTo>
                    <a:pt x="779" y="0"/>
                  </a:moveTo>
                  <a:lnTo>
                    <a:pt x="318" y="145"/>
                  </a:lnTo>
                  <a:cubicBezTo>
                    <a:pt x="318" y="303"/>
                    <a:pt x="274" y="455"/>
                    <a:pt x="188" y="592"/>
                  </a:cubicBezTo>
                  <a:lnTo>
                    <a:pt x="80" y="448"/>
                  </a:lnTo>
                  <a:lnTo>
                    <a:pt x="0" y="1003"/>
                  </a:lnTo>
                  <a:lnTo>
                    <a:pt x="570" y="1111"/>
                  </a:lnTo>
                  <a:lnTo>
                    <a:pt x="469" y="981"/>
                  </a:lnTo>
                  <a:cubicBezTo>
                    <a:pt x="671" y="743"/>
                    <a:pt x="786" y="440"/>
                    <a:pt x="786" y="130"/>
                  </a:cubicBezTo>
                  <a:cubicBezTo>
                    <a:pt x="786" y="87"/>
                    <a:pt x="786" y="44"/>
                    <a:pt x="7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21"/>
            <p:cNvSpPr/>
            <p:nvPr/>
          </p:nvSpPr>
          <p:spPr>
            <a:xfrm>
              <a:off x="4951325" y="1512550"/>
              <a:ext cx="24925" cy="26350"/>
            </a:xfrm>
            <a:custGeom>
              <a:rect b="b" l="l" r="r" t="t"/>
              <a:pathLst>
                <a:path extrusionOk="0" h="1054" w="997">
                  <a:moveTo>
                    <a:pt x="1" y="0"/>
                  </a:moveTo>
                  <a:lnTo>
                    <a:pt x="1" y="476"/>
                  </a:lnTo>
                  <a:cubicBezTo>
                    <a:pt x="145" y="534"/>
                    <a:pt x="282" y="628"/>
                    <a:pt x="376" y="751"/>
                  </a:cubicBezTo>
                  <a:lnTo>
                    <a:pt x="210" y="801"/>
                  </a:lnTo>
                  <a:lnTo>
                    <a:pt x="715" y="1053"/>
                  </a:lnTo>
                  <a:lnTo>
                    <a:pt x="996" y="549"/>
                  </a:lnTo>
                  <a:lnTo>
                    <a:pt x="996" y="549"/>
                  </a:lnTo>
                  <a:lnTo>
                    <a:pt x="838" y="599"/>
                  </a:lnTo>
                  <a:cubicBezTo>
                    <a:pt x="650" y="296"/>
                    <a:pt x="347" y="73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" name="Google Shape;145;p21"/>
          <p:cNvGrpSpPr/>
          <p:nvPr/>
        </p:nvGrpSpPr>
        <p:grpSpPr>
          <a:xfrm>
            <a:off x="3729053" y="1913821"/>
            <a:ext cx="470764" cy="470845"/>
            <a:chOff x="3736598" y="2170606"/>
            <a:chExt cx="404889" cy="404889"/>
          </a:xfrm>
        </p:grpSpPr>
        <p:sp>
          <p:nvSpPr>
            <p:cNvPr id="146" name="Google Shape;146;p21"/>
            <p:cNvSpPr/>
            <p:nvPr/>
          </p:nvSpPr>
          <p:spPr>
            <a:xfrm>
              <a:off x="3950281" y="2170846"/>
              <a:ext cx="191206" cy="231947"/>
            </a:xfrm>
            <a:custGeom>
              <a:rect b="b" l="l" r="r" t="t"/>
              <a:pathLst>
                <a:path extrusionOk="0" h="10652" w="8781">
                  <a:moveTo>
                    <a:pt x="23" y="1"/>
                  </a:moveTo>
                  <a:lnTo>
                    <a:pt x="1435" y="2583"/>
                  </a:lnTo>
                  <a:lnTo>
                    <a:pt x="0" y="5246"/>
                  </a:lnTo>
                  <a:cubicBezTo>
                    <a:pt x="1997" y="5498"/>
                    <a:pt x="3512" y="7186"/>
                    <a:pt x="3547" y="9217"/>
                  </a:cubicBezTo>
                  <a:lnTo>
                    <a:pt x="6187" y="10652"/>
                  </a:lnTo>
                  <a:lnTo>
                    <a:pt x="8780" y="9217"/>
                  </a:lnTo>
                  <a:cubicBezTo>
                    <a:pt x="8746" y="4305"/>
                    <a:pt x="4913" y="276"/>
                    <a:pt x="2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21"/>
            <p:cNvSpPr/>
            <p:nvPr/>
          </p:nvSpPr>
          <p:spPr>
            <a:xfrm>
              <a:off x="3737099" y="2170606"/>
              <a:ext cx="231947" cy="191446"/>
            </a:xfrm>
            <a:custGeom>
              <a:rect b="b" l="l" r="r" t="t"/>
              <a:pathLst>
                <a:path extrusionOk="0" h="8792" w="10652">
                  <a:moveTo>
                    <a:pt x="9216" y="0"/>
                  </a:moveTo>
                  <a:cubicBezTo>
                    <a:pt x="4304" y="35"/>
                    <a:pt x="276" y="3868"/>
                    <a:pt x="0" y="8769"/>
                  </a:cubicBezTo>
                  <a:lnTo>
                    <a:pt x="2583" y="7346"/>
                  </a:lnTo>
                  <a:lnTo>
                    <a:pt x="5245" y="8792"/>
                  </a:lnTo>
                  <a:cubicBezTo>
                    <a:pt x="5498" y="6783"/>
                    <a:pt x="7185" y="5268"/>
                    <a:pt x="9216" y="5234"/>
                  </a:cubicBezTo>
                  <a:lnTo>
                    <a:pt x="10651" y="2594"/>
                  </a:lnTo>
                  <a:lnTo>
                    <a:pt x="921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21"/>
            <p:cNvSpPr/>
            <p:nvPr/>
          </p:nvSpPr>
          <p:spPr>
            <a:xfrm>
              <a:off x="3909539" y="2384027"/>
              <a:ext cx="231686" cy="191468"/>
            </a:xfrm>
            <a:custGeom>
              <a:rect b="b" l="l" r="r" t="t"/>
              <a:pathLst>
                <a:path extrusionOk="0" h="8793" w="10640">
                  <a:moveTo>
                    <a:pt x="5395" y="1"/>
                  </a:moveTo>
                  <a:cubicBezTo>
                    <a:pt x="5142" y="1998"/>
                    <a:pt x="3455" y="3513"/>
                    <a:pt x="1435" y="3559"/>
                  </a:cubicBezTo>
                  <a:lnTo>
                    <a:pt x="0" y="6187"/>
                  </a:lnTo>
                  <a:lnTo>
                    <a:pt x="1424" y="8792"/>
                  </a:lnTo>
                  <a:cubicBezTo>
                    <a:pt x="6324" y="8758"/>
                    <a:pt x="10364" y="4913"/>
                    <a:pt x="10640" y="24"/>
                  </a:cubicBezTo>
                  <a:lnTo>
                    <a:pt x="10640" y="24"/>
                  </a:lnTo>
                  <a:lnTo>
                    <a:pt x="8058" y="1436"/>
                  </a:lnTo>
                  <a:lnTo>
                    <a:pt x="539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21"/>
            <p:cNvSpPr/>
            <p:nvPr/>
          </p:nvSpPr>
          <p:spPr>
            <a:xfrm>
              <a:off x="3736598" y="2343307"/>
              <a:ext cx="191707" cy="231686"/>
            </a:xfrm>
            <a:custGeom>
              <a:rect b="b" l="l" r="r" t="t"/>
              <a:pathLst>
                <a:path extrusionOk="0" h="10640" w="8804">
                  <a:moveTo>
                    <a:pt x="2606" y="0"/>
                  </a:moveTo>
                  <a:lnTo>
                    <a:pt x="0" y="1435"/>
                  </a:lnTo>
                  <a:cubicBezTo>
                    <a:pt x="46" y="6335"/>
                    <a:pt x="3880" y="10364"/>
                    <a:pt x="8769" y="10639"/>
                  </a:cubicBezTo>
                  <a:lnTo>
                    <a:pt x="7357" y="8057"/>
                  </a:lnTo>
                  <a:lnTo>
                    <a:pt x="8803" y="5394"/>
                  </a:lnTo>
                  <a:cubicBezTo>
                    <a:pt x="6795" y="5142"/>
                    <a:pt x="5280" y="3455"/>
                    <a:pt x="5245" y="1435"/>
                  </a:cubicBezTo>
                  <a:lnTo>
                    <a:pt x="260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0" name="Google Shape;150;p21"/>
          <p:cNvGrpSpPr/>
          <p:nvPr/>
        </p:nvGrpSpPr>
        <p:grpSpPr>
          <a:xfrm>
            <a:off x="3094021" y="1913907"/>
            <a:ext cx="533528" cy="470669"/>
            <a:chOff x="3161917" y="2170682"/>
            <a:chExt cx="458870" cy="404737"/>
          </a:xfrm>
        </p:grpSpPr>
        <p:sp>
          <p:nvSpPr>
            <p:cNvPr id="151" name="Google Shape;151;p21"/>
            <p:cNvSpPr/>
            <p:nvPr/>
          </p:nvSpPr>
          <p:spPr>
            <a:xfrm>
              <a:off x="3161917" y="2170682"/>
              <a:ext cx="277174" cy="291676"/>
            </a:xfrm>
            <a:custGeom>
              <a:rect b="b" l="l" r="r" t="t"/>
              <a:pathLst>
                <a:path extrusionOk="0" h="13395" w="12729">
                  <a:moveTo>
                    <a:pt x="11294" y="0"/>
                  </a:moveTo>
                  <a:cubicBezTo>
                    <a:pt x="4442" y="46"/>
                    <a:pt x="0" y="7242"/>
                    <a:pt x="3019" y="13394"/>
                  </a:cubicBezTo>
                  <a:lnTo>
                    <a:pt x="4522" y="10915"/>
                  </a:lnTo>
                  <a:lnTo>
                    <a:pt x="7598" y="10835"/>
                  </a:lnTo>
                  <a:cubicBezTo>
                    <a:pt x="6531" y="8195"/>
                    <a:pt x="8436" y="5291"/>
                    <a:pt x="11294" y="5234"/>
                  </a:cubicBezTo>
                  <a:lnTo>
                    <a:pt x="12729" y="2606"/>
                  </a:lnTo>
                  <a:lnTo>
                    <a:pt x="1129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21"/>
            <p:cNvSpPr/>
            <p:nvPr/>
          </p:nvSpPr>
          <p:spPr>
            <a:xfrm>
              <a:off x="3420326" y="2170922"/>
              <a:ext cx="200461" cy="302934"/>
            </a:xfrm>
            <a:custGeom>
              <a:rect b="b" l="l" r="r" t="t"/>
              <a:pathLst>
                <a:path extrusionOk="0" h="13912" w="9206">
                  <a:moveTo>
                    <a:pt x="24" y="1"/>
                  </a:moveTo>
                  <a:lnTo>
                    <a:pt x="1447" y="2583"/>
                  </a:lnTo>
                  <a:lnTo>
                    <a:pt x="1" y="5246"/>
                  </a:lnTo>
                  <a:cubicBezTo>
                    <a:pt x="2893" y="5602"/>
                    <a:pt x="4488" y="8815"/>
                    <a:pt x="3008" y="11329"/>
                  </a:cubicBezTo>
                  <a:lnTo>
                    <a:pt x="4557" y="13854"/>
                  </a:lnTo>
                  <a:lnTo>
                    <a:pt x="7564" y="13911"/>
                  </a:lnTo>
                  <a:cubicBezTo>
                    <a:pt x="9171" y="11122"/>
                    <a:pt x="9206" y="7691"/>
                    <a:pt x="7679" y="4856"/>
                  </a:cubicBezTo>
                  <a:cubicBezTo>
                    <a:pt x="6141" y="2021"/>
                    <a:pt x="3237" y="184"/>
                    <a:pt x="2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1"/>
            <p:cNvSpPr/>
            <p:nvPr/>
          </p:nvSpPr>
          <p:spPr>
            <a:xfrm>
              <a:off x="3233645" y="2417594"/>
              <a:ext cx="344393" cy="157825"/>
            </a:xfrm>
            <a:custGeom>
              <a:rect b="b" l="l" r="r" t="t"/>
              <a:pathLst>
                <a:path extrusionOk="0" h="7248" w="15816">
                  <a:moveTo>
                    <a:pt x="4557" y="1"/>
                  </a:moveTo>
                  <a:lnTo>
                    <a:pt x="1515" y="81"/>
                  </a:lnTo>
                  <a:lnTo>
                    <a:pt x="0" y="2583"/>
                  </a:lnTo>
                  <a:cubicBezTo>
                    <a:pt x="1607" y="5372"/>
                    <a:pt x="4545" y="7140"/>
                    <a:pt x="7770" y="7243"/>
                  </a:cubicBezTo>
                  <a:cubicBezTo>
                    <a:pt x="7870" y="7246"/>
                    <a:pt x="7970" y="7248"/>
                    <a:pt x="8070" y="7248"/>
                  </a:cubicBezTo>
                  <a:cubicBezTo>
                    <a:pt x="11183" y="7248"/>
                    <a:pt x="14092" y="5691"/>
                    <a:pt x="15816" y="3088"/>
                  </a:cubicBezTo>
                  <a:lnTo>
                    <a:pt x="12832" y="3019"/>
                  </a:lnTo>
                  <a:lnTo>
                    <a:pt x="11260" y="471"/>
                  </a:lnTo>
                  <a:cubicBezTo>
                    <a:pt x="10437" y="1506"/>
                    <a:pt x="9252" y="2011"/>
                    <a:pt x="8072" y="2011"/>
                  </a:cubicBezTo>
                  <a:cubicBezTo>
                    <a:pt x="6699" y="2011"/>
                    <a:pt x="5334" y="1328"/>
                    <a:pt x="455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" name="Google Shape;154;p21"/>
          <p:cNvGrpSpPr/>
          <p:nvPr/>
        </p:nvGrpSpPr>
        <p:grpSpPr>
          <a:xfrm>
            <a:off x="3119793" y="2670989"/>
            <a:ext cx="482544" cy="462044"/>
            <a:chOff x="3179914" y="2889488"/>
            <a:chExt cx="422876" cy="404911"/>
          </a:xfrm>
        </p:grpSpPr>
        <p:sp>
          <p:nvSpPr>
            <p:cNvPr id="155" name="Google Shape;155;p21"/>
            <p:cNvSpPr/>
            <p:nvPr/>
          </p:nvSpPr>
          <p:spPr>
            <a:xfrm>
              <a:off x="3402328" y="2889749"/>
              <a:ext cx="163726" cy="157477"/>
            </a:xfrm>
            <a:custGeom>
              <a:rect b="b" l="l" r="r" t="t"/>
              <a:pathLst>
                <a:path extrusionOk="0" h="7232" w="7519">
                  <a:moveTo>
                    <a:pt x="24" y="0"/>
                  </a:moveTo>
                  <a:lnTo>
                    <a:pt x="1447" y="2583"/>
                  </a:lnTo>
                  <a:lnTo>
                    <a:pt x="1" y="5257"/>
                  </a:lnTo>
                  <a:cubicBezTo>
                    <a:pt x="1252" y="5418"/>
                    <a:pt x="2365" y="6141"/>
                    <a:pt x="2996" y="7231"/>
                  </a:cubicBezTo>
                  <a:lnTo>
                    <a:pt x="5958" y="7151"/>
                  </a:lnTo>
                  <a:lnTo>
                    <a:pt x="7518" y="4580"/>
                  </a:lnTo>
                  <a:cubicBezTo>
                    <a:pt x="5946" y="1894"/>
                    <a:pt x="3134" y="184"/>
                    <a:pt x="2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21"/>
            <p:cNvSpPr/>
            <p:nvPr/>
          </p:nvSpPr>
          <p:spPr>
            <a:xfrm>
              <a:off x="3467807" y="3000956"/>
              <a:ext cx="134983" cy="191707"/>
            </a:xfrm>
            <a:custGeom>
              <a:rect b="b" l="l" r="r" t="t"/>
              <a:pathLst>
                <a:path extrusionOk="0" h="8804" w="6199">
                  <a:moveTo>
                    <a:pt x="4798" y="1"/>
                  </a:moveTo>
                  <a:lnTo>
                    <a:pt x="3249" y="2549"/>
                  </a:lnTo>
                  <a:lnTo>
                    <a:pt x="242" y="2629"/>
                  </a:lnTo>
                  <a:cubicBezTo>
                    <a:pt x="724" y="3800"/>
                    <a:pt x="644" y="5131"/>
                    <a:pt x="1" y="6221"/>
                  </a:cubicBezTo>
                  <a:lnTo>
                    <a:pt x="1550" y="8746"/>
                  </a:lnTo>
                  <a:lnTo>
                    <a:pt x="4557" y="8804"/>
                  </a:lnTo>
                  <a:cubicBezTo>
                    <a:pt x="6107" y="6095"/>
                    <a:pt x="6199" y="2790"/>
                    <a:pt x="47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21"/>
            <p:cNvSpPr/>
            <p:nvPr/>
          </p:nvSpPr>
          <p:spPr>
            <a:xfrm>
              <a:off x="3222637" y="2889488"/>
              <a:ext cx="198457" cy="149224"/>
            </a:xfrm>
            <a:custGeom>
              <a:rect b="b" l="l" r="r" t="t"/>
              <a:pathLst>
                <a:path extrusionOk="0" h="6853" w="9114">
                  <a:moveTo>
                    <a:pt x="7690" y="1"/>
                  </a:moveTo>
                  <a:cubicBezTo>
                    <a:pt x="4592" y="24"/>
                    <a:pt x="1711" y="1585"/>
                    <a:pt x="1" y="4156"/>
                  </a:cubicBezTo>
                  <a:lnTo>
                    <a:pt x="2904" y="4225"/>
                  </a:lnTo>
                  <a:lnTo>
                    <a:pt x="4511" y="6853"/>
                  </a:lnTo>
                  <a:cubicBezTo>
                    <a:pt x="5257" y="5854"/>
                    <a:pt x="6428" y="5258"/>
                    <a:pt x="7679" y="5235"/>
                  </a:cubicBezTo>
                  <a:lnTo>
                    <a:pt x="9114" y="2606"/>
                  </a:lnTo>
                  <a:lnTo>
                    <a:pt x="769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21"/>
            <p:cNvSpPr/>
            <p:nvPr/>
          </p:nvSpPr>
          <p:spPr>
            <a:xfrm>
              <a:off x="3179914" y="2991462"/>
              <a:ext cx="133960" cy="190205"/>
            </a:xfrm>
            <a:custGeom>
              <a:rect b="b" l="l" r="r" t="t"/>
              <a:pathLst>
                <a:path extrusionOk="0" h="8735" w="6152">
                  <a:moveTo>
                    <a:pt x="1641" y="1"/>
                  </a:moveTo>
                  <a:cubicBezTo>
                    <a:pt x="103" y="2686"/>
                    <a:pt x="0" y="5957"/>
                    <a:pt x="1366" y="8735"/>
                  </a:cubicBezTo>
                  <a:lnTo>
                    <a:pt x="2869" y="6244"/>
                  </a:lnTo>
                  <a:lnTo>
                    <a:pt x="5957" y="6164"/>
                  </a:lnTo>
                  <a:cubicBezTo>
                    <a:pt x="5486" y="5016"/>
                    <a:pt x="5555" y="3731"/>
                    <a:pt x="6152" y="2640"/>
                  </a:cubicBezTo>
                  <a:lnTo>
                    <a:pt x="4568" y="58"/>
                  </a:lnTo>
                  <a:lnTo>
                    <a:pt x="164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3215887" y="3136661"/>
              <a:ext cx="162725" cy="157477"/>
            </a:xfrm>
            <a:custGeom>
              <a:rect b="b" l="l" r="r" t="t"/>
              <a:pathLst>
                <a:path extrusionOk="0" h="7232" w="7473">
                  <a:moveTo>
                    <a:pt x="4546" y="1"/>
                  </a:moveTo>
                  <a:lnTo>
                    <a:pt x="1516" y="81"/>
                  </a:lnTo>
                  <a:lnTo>
                    <a:pt x="1" y="2583"/>
                  </a:lnTo>
                  <a:cubicBezTo>
                    <a:pt x="1550" y="5280"/>
                    <a:pt x="4339" y="7025"/>
                    <a:pt x="7438" y="7232"/>
                  </a:cubicBezTo>
                  <a:lnTo>
                    <a:pt x="6026" y="4649"/>
                  </a:lnTo>
                  <a:lnTo>
                    <a:pt x="7472" y="1964"/>
                  </a:lnTo>
                  <a:cubicBezTo>
                    <a:pt x="6256" y="1791"/>
                    <a:pt x="5177" y="1068"/>
                    <a:pt x="45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3359605" y="3146677"/>
              <a:ext cx="200439" cy="147722"/>
            </a:xfrm>
            <a:custGeom>
              <a:rect b="b" l="l" r="r" t="t"/>
              <a:pathLst>
                <a:path extrusionOk="0" h="6784" w="9205">
                  <a:moveTo>
                    <a:pt x="4649" y="0"/>
                  </a:moveTo>
                  <a:cubicBezTo>
                    <a:pt x="3880" y="976"/>
                    <a:pt x="2697" y="1549"/>
                    <a:pt x="1446" y="1549"/>
                  </a:cubicBezTo>
                  <a:lnTo>
                    <a:pt x="1435" y="1549"/>
                  </a:lnTo>
                  <a:lnTo>
                    <a:pt x="0" y="4189"/>
                  </a:lnTo>
                  <a:lnTo>
                    <a:pt x="1435" y="6783"/>
                  </a:lnTo>
                  <a:lnTo>
                    <a:pt x="1446" y="6783"/>
                  </a:lnTo>
                  <a:cubicBezTo>
                    <a:pt x="1458" y="6783"/>
                    <a:pt x="1469" y="6783"/>
                    <a:pt x="1481" y="6783"/>
                  </a:cubicBezTo>
                  <a:cubicBezTo>
                    <a:pt x="4589" y="6783"/>
                    <a:pt x="7490" y="5224"/>
                    <a:pt x="9205" y="2628"/>
                  </a:cubicBezTo>
                  <a:lnTo>
                    <a:pt x="6221" y="2559"/>
                  </a:lnTo>
                  <a:lnTo>
                    <a:pt x="464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1" name="Google Shape;161;p21"/>
          <p:cNvGrpSpPr/>
          <p:nvPr/>
        </p:nvGrpSpPr>
        <p:grpSpPr>
          <a:xfrm>
            <a:off x="3732963" y="2670954"/>
            <a:ext cx="478294" cy="462119"/>
            <a:chOff x="3729467" y="2889422"/>
            <a:chExt cx="419152" cy="404977"/>
          </a:xfrm>
        </p:grpSpPr>
        <p:sp>
          <p:nvSpPr>
            <p:cNvPr id="162" name="Google Shape;162;p21"/>
            <p:cNvSpPr/>
            <p:nvPr/>
          </p:nvSpPr>
          <p:spPr>
            <a:xfrm>
              <a:off x="4014137" y="2974913"/>
              <a:ext cx="134482" cy="178707"/>
            </a:xfrm>
            <a:custGeom>
              <a:rect b="b" l="l" r="r" t="t"/>
              <a:pathLst>
                <a:path extrusionOk="0" h="8207" w="6176">
                  <a:moveTo>
                    <a:pt x="4121" y="0"/>
                  </a:moveTo>
                  <a:lnTo>
                    <a:pt x="2973" y="2732"/>
                  </a:lnTo>
                  <a:lnTo>
                    <a:pt x="0" y="3260"/>
                  </a:lnTo>
                  <a:cubicBezTo>
                    <a:pt x="391" y="3891"/>
                    <a:pt x="586" y="4625"/>
                    <a:pt x="586" y="5372"/>
                  </a:cubicBezTo>
                  <a:cubicBezTo>
                    <a:pt x="586" y="5658"/>
                    <a:pt x="563" y="5945"/>
                    <a:pt x="494" y="6232"/>
                  </a:cubicBezTo>
                  <a:lnTo>
                    <a:pt x="2743" y="8206"/>
                  </a:lnTo>
                  <a:lnTo>
                    <a:pt x="5613" y="7392"/>
                  </a:lnTo>
                  <a:cubicBezTo>
                    <a:pt x="6175" y="4832"/>
                    <a:pt x="5636" y="2146"/>
                    <a:pt x="41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21"/>
            <p:cNvSpPr/>
            <p:nvPr/>
          </p:nvSpPr>
          <p:spPr>
            <a:xfrm>
              <a:off x="3741225" y="3095375"/>
              <a:ext cx="148963" cy="173460"/>
            </a:xfrm>
            <a:custGeom>
              <a:rect b="b" l="l" r="r" t="t"/>
              <a:pathLst>
                <a:path extrusionOk="0" h="7966" w="6841">
                  <a:moveTo>
                    <a:pt x="2215" y="0"/>
                  </a:moveTo>
                  <a:lnTo>
                    <a:pt x="0" y="1963"/>
                  </a:lnTo>
                  <a:cubicBezTo>
                    <a:pt x="597" y="4511"/>
                    <a:pt x="2250" y="6691"/>
                    <a:pt x="4534" y="7965"/>
                  </a:cubicBezTo>
                  <a:lnTo>
                    <a:pt x="4373" y="5027"/>
                  </a:lnTo>
                  <a:lnTo>
                    <a:pt x="6841" y="3248"/>
                  </a:lnTo>
                  <a:cubicBezTo>
                    <a:pt x="5980" y="2686"/>
                    <a:pt x="5360" y="1814"/>
                    <a:pt x="5108" y="804"/>
                  </a:cubicBezTo>
                  <a:lnTo>
                    <a:pt x="221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21"/>
            <p:cNvSpPr/>
            <p:nvPr/>
          </p:nvSpPr>
          <p:spPr>
            <a:xfrm>
              <a:off x="3949660" y="2889684"/>
              <a:ext cx="146219" cy="145980"/>
            </a:xfrm>
            <a:custGeom>
              <a:rect b="b" l="l" r="r" t="t"/>
              <a:pathLst>
                <a:path extrusionOk="0" h="6704" w="6715">
                  <a:moveTo>
                    <a:pt x="12" y="0"/>
                  </a:moveTo>
                  <a:lnTo>
                    <a:pt x="1435" y="2583"/>
                  </a:lnTo>
                  <a:lnTo>
                    <a:pt x="0" y="5257"/>
                  </a:lnTo>
                  <a:cubicBezTo>
                    <a:pt x="1022" y="5383"/>
                    <a:pt x="1963" y="5900"/>
                    <a:pt x="2629" y="6703"/>
                  </a:cubicBezTo>
                  <a:lnTo>
                    <a:pt x="5567" y="6187"/>
                  </a:lnTo>
                  <a:lnTo>
                    <a:pt x="6714" y="3432"/>
                  </a:lnTo>
                  <a:cubicBezTo>
                    <a:pt x="5062" y="1401"/>
                    <a:pt x="2629" y="150"/>
                    <a:pt x="1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21"/>
            <p:cNvSpPr/>
            <p:nvPr/>
          </p:nvSpPr>
          <p:spPr>
            <a:xfrm>
              <a:off x="3847947" y="3172089"/>
              <a:ext cx="167210" cy="122310"/>
            </a:xfrm>
            <a:custGeom>
              <a:rect b="b" l="l" r="r" t="t"/>
              <a:pathLst>
                <a:path extrusionOk="0" h="5617" w="7679">
                  <a:moveTo>
                    <a:pt x="2433" y="1"/>
                  </a:moveTo>
                  <a:lnTo>
                    <a:pt x="0" y="1757"/>
                  </a:lnTo>
                  <a:lnTo>
                    <a:pt x="149" y="4718"/>
                  </a:lnTo>
                  <a:cubicBezTo>
                    <a:pt x="1415" y="5317"/>
                    <a:pt x="2781" y="5616"/>
                    <a:pt x="4148" y="5616"/>
                  </a:cubicBezTo>
                  <a:cubicBezTo>
                    <a:pt x="5347" y="5616"/>
                    <a:pt x="6546" y="5386"/>
                    <a:pt x="7678" y="4924"/>
                  </a:cubicBezTo>
                  <a:lnTo>
                    <a:pt x="5280" y="3203"/>
                  </a:lnTo>
                  <a:lnTo>
                    <a:pt x="5417" y="173"/>
                  </a:lnTo>
                  <a:lnTo>
                    <a:pt x="5417" y="173"/>
                  </a:lnTo>
                  <a:cubicBezTo>
                    <a:pt x="5016" y="311"/>
                    <a:pt x="4591" y="379"/>
                    <a:pt x="4155" y="379"/>
                  </a:cubicBezTo>
                  <a:cubicBezTo>
                    <a:pt x="3558" y="379"/>
                    <a:pt x="2973" y="253"/>
                    <a:pt x="243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21"/>
            <p:cNvSpPr/>
            <p:nvPr/>
          </p:nvSpPr>
          <p:spPr>
            <a:xfrm>
              <a:off x="3974658" y="3122616"/>
              <a:ext cx="158457" cy="151206"/>
            </a:xfrm>
            <a:custGeom>
              <a:rect b="b" l="l" r="r" t="t"/>
              <a:pathLst>
                <a:path extrusionOk="0" h="6944" w="7277">
                  <a:moveTo>
                    <a:pt x="2158" y="0"/>
                  </a:moveTo>
                  <a:cubicBezTo>
                    <a:pt x="1790" y="964"/>
                    <a:pt x="1079" y="1768"/>
                    <a:pt x="149" y="2227"/>
                  </a:cubicBezTo>
                  <a:lnTo>
                    <a:pt x="0" y="5222"/>
                  </a:lnTo>
                  <a:lnTo>
                    <a:pt x="2422" y="6944"/>
                  </a:lnTo>
                  <a:cubicBezTo>
                    <a:pt x="4775" y="5785"/>
                    <a:pt x="6542" y="3696"/>
                    <a:pt x="7277" y="1171"/>
                  </a:cubicBezTo>
                  <a:lnTo>
                    <a:pt x="7277" y="1171"/>
                  </a:lnTo>
                  <a:lnTo>
                    <a:pt x="4430" y="1986"/>
                  </a:lnTo>
                  <a:lnTo>
                    <a:pt x="215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21"/>
            <p:cNvSpPr/>
            <p:nvPr/>
          </p:nvSpPr>
          <p:spPr>
            <a:xfrm>
              <a:off x="3729467" y="2966660"/>
              <a:ext cx="138990" cy="158718"/>
            </a:xfrm>
            <a:custGeom>
              <a:rect b="b" l="l" r="r" t="t"/>
              <a:pathLst>
                <a:path extrusionOk="0" h="7289" w="6383">
                  <a:moveTo>
                    <a:pt x="2296" y="0"/>
                  </a:moveTo>
                  <a:cubicBezTo>
                    <a:pt x="678" y="2055"/>
                    <a:pt x="1" y="4706"/>
                    <a:pt x="425" y="7288"/>
                  </a:cubicBezTo>
                  <a:lnTo>
                    <a:pt x="2618" y="5337"/>
                  </a:lnTo>
                  <a:lnTo>
                    <a:pt x="5556" y="6152"/>
                  </a:lnTo>
                  <a:cubicBezTo>
                    <a:pt x="5544" y="6026"/>
                    <a:pt x="5533" y="5888"/>
                    <a:pt x="5533" y="5751"/>
                  </a:cubicBezTo>
                  <a:cubicBezTo>
                    <a:pt x="5533" y="4855"/>
                    <a:pt x="5831" y="3983"/>
                    <a:pt x="6382" y="3271"/>
                  </a:cubicBezTo>
                  <a:lnTo>
                    <a:pt x="5211" y="505"/>
                  </a:lnTo>
                  <a:lnTo>
                    <a:pt x="229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21"/>
            <p:cNvSpPr/>
            <p:nvPr/>
          </p:nvSpPr>
          <p:spPr>
            <a:xfrm>
              <a:off x="3787716" y="2889422"/>
              <a:ext cx="180449" cy="139229"/>
            </a:xfrm>
            <a:custGeom>
              <a:rect b="b" l="l" r="r" t="t"/>
              <a:pathLst>
                <a:path extrusionOk="0" h="6394" w="8287">
                  <a:moveTo>
                    <a:pt x="6863" y="1"/>
                  </a:moveTo>
                  <a:cubicBezTo>
                    <a:pt x="4235" y="12"/>
                    <a:pt x="1756" y="1137"/>
                    <a:pt x="0" y="3088"/>
                  </a:cubicBezTo>
                  <a:lnTo>
                    <a:pt x="2904" y="3593"/>
                  </a:lnTo>
                  <a:lnTo>
                    <a:pt x="4086" y="6394"/>
                  </a:lnTo>
                  <a:cubicBezTo>
                    <a:pt x="4820" y="5671"/>
                    <a:pt x="5819" y="5258"/>
                    <a:pt x="6852" y="5235"/>
                  </a:cubicBezTo>
                  <a:lnTo>
                    <a:pt x="8287" y="2606"/>
                  </a:lnTo>
                  <a:lnTo>
                    <a:pt x="686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9" name="Google Shape;169;p21"/>
          <p:cNvSpPr/>
          <p:nvPr/>
        </p:nvSpPr>
        <p:spPr>
          <a:xfrm>
            <a:off x="5931191" y="1926399"/>
            <a:ext cx="211430" cy="107200"/>
          </a:xfrm>
          <a:custGeom>
            <a:rect b="b" l="l" r="r" t="t"/>
            <a:pathLst>
              <a:path extrusionOk="0" h="1544" w="3045">
                <a:moveTo>
                  <a:pt x="1645" y="0"/>
                </a:moveTo>
                <a:lnTo>
                  <a:pt x="2143" y="505"/>
                </a:lnTo>
                <a:lnTo>
                  <a:pt x="0" y="505"/>
                </a:lnTo>
                <a:lnTo>
                  <a:pt x="0" y="1046"/>
                </a:lnTo>
                <a:lnTo>
                  <a:pt x="2143" y="1046"/>
                </a:lnTo>
                <a:lnTo>
                  <a:pt x="1645" y="1544"/>
                </a:lnTo>
                <a:lnTo>
                  <a:pt x="2272" y="1544"/>
                </a:lnTo>
                <a:lnTo>
                  <a:pt x="3044" y="772"/>
                </a:lnTo>
                <a:lnTo>
                  <a:pt x="2272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5941225" y="3271451"/>
            <a:ext cx="191363" cy="133167"/>
          </a:xfrm>
          <a:custGeom>
            <a:rect b="b" l="l" r="r" t="t"/>
            <a:pathLst>
              <a:path extrusionOk="0" h="1918" w="2756">
                <a:moveTo>
                  <a:pt x="1757" y="0"/>
                </a:moveTo>
                <a:cubicBezTo>
                  <a:pt x="1693" y="0"/>
                  <a:pt x="1630" y="25"/>
                  <a:pt x="1580" y="75"/>
                </a:cubicBezTo>
                <a:cubicBezTo>
                  <a:pt x="1479" y="176"/>
                  <a:pt x="1479" y="335"/>
                  <a:pt x="1580" y="436"/>
                </a:cubicBezTo>
                <a:lnTo>
                  <a:pt x="1768" y="623"/>
                </a:lnTo>
                <a:cubicBezTo>
                  <a:pt x="1797" y="652"/>
                  <a:pt x="1775" y="702"/>
                  <a:pt x="1739" y="702"/>
                </a:cubicBezTo>
                <a:lnTo>
                  <a:pt x="253" y="702"/>
                </a:lnTo>
                <a:cubicBezTo>
                  <a:pt x="116" y="702"/>
                  <a:pt x="1" y="818"/>
                  <a:pt x="1" y="962"/>
                </a:cubicBezTo>
                <a:cubicBezTo>
                  <a:pt x="1" y="1099"/>
                  <a:pt x="116" y="1215"/>
                  <a:pt x="253" y="1215"/>
                </a:cubicBezTo>
                <a:lnTo>
                  <a:pt x="1739" y="1215"/>
                </a:lnTo>
                <a:cubicBezTo>
                  <a:pt x="1775" y="1215"/>
                  <a:pt x="1797" y="1265"/>
                  <a:pt x="1768" y="1294"/>
                </a:cubicBezTo>
                <a:lnTo>
                  <a:pt x="1580" y="1481"/>
                </a:lnTo>
                <a:cubicBezTo>
                  <a:pt x="1479" y="1582"/>
                  <a:pt x="1479" y="1741"/>
                  <a:pt x="1580" y="1842"/>
                </a:cubicBezTo>
                <a:cubicBezTo>
                  <a:pt x="1631" y="1892"/>
                  <a:pt x="1696" y="1918"/>
                  <a:pt x="1760" y="1918"/>
                </a:cubicBezTo>
                <a:cubicBezTo>
                  <a:pt x="1825" y="1918"/>
                  <a:pt x="1890" y="1892"/>
                  <a:pt x="1941" y="1842"/>
                </a:cubicBezTo>
                <a:lnTo>
                  <a:pt x="2676" y="1106"/>
                </a:lnTo>
                <a:cubicBezTo>
                  <a:pt x="2756" y="1027"/>
                  <a:pt x="2756" y="897"/>
                  <a:pt x="2676" y="811"/>
                </a:cubicBezTo>
                <a:lnTo>
                  <a:pt x="1941" y="82"/>
                </a:lnTo>
                <a:cubicBezTo>
                  <a:pt x="1889" y="27"/>
                  <a:pt x="1823" y="0"/>
                  <a:pt x="175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1" name="Google Shape;171;p21"/>
          <p:cNvGrpSpPr/>
          <p:nvPr/>
        </p:nvGrpSpPr>
        <p:grpSpPr>
          <a:xfrm>
            <a:off x="5596383" y="2131764"/>
            <a:ext cx="189835" cy="161355"/>
            <a:chOff x="4660325" y="1866850"/>
            <a:chExt cx="68350" cy="58100"/>
          </a:xfrm>
        </p:grpSpPr>
        <p:sp>
          <p:nvSpPr>
            <p:cNvPr id="172" name="Google Shape;172;p21"/>
            <p:cNvSpPr/>
            <p:nvPr/>
          </p:nvSpPr>
          <p:spPr>
            <a:xfrm>
              <a:off x="4660325" y="1866850"/>
              <a:ext cx="37700" cy="58100"/>
            </a:xfrm>
            <a:custGeom>
              <a:rect b="b" l="l" r="r" t="t"/>
              <a:pathLst>
                <a:path extrusionOk="0" h="2324" w="1508">
                  <a:moveTo>
                    <a:pt x="346" y="1"/>
                  </a:moveTo>
                  <a:lnTo>
                    <a:pt x="0" y="354"/>
                  </a:lnTo>
                  <a:lnTo>
                    <a:pt x="815" y="1162"/>
                  </a:lnTo>
                  <a:lnTo>
                    <a:pt x="0" y="1977"/>
                  </a:lnTo>
                  <a:lnTo>
                    <a:pt x="346" y="2323"/>
                  </a:lnTo>
                  <a:lnTo>
                    <a:pt x="1508" y="1162"/>
                  </a:lnTo>
                  <a:lnTo>
                    <a:pt x="34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21"/>
            <p:cNvSpPr/>
            <p:nvPr/>
          </p:nvSpPr>
          <p:spPr>
            <a:xfrm>
              <a:off x="4690975" y="1866850"/>
              <a:ext cx="37700" cy="58100"/>
            </a:xfrm>
            <a:custGeom>
              <a:rect b="b" l="l" r="r" t="t"/>
              <a:pathLst>
                <a:path extrusionOk="0" h="2324" w="1508">
                  <a:moveTo>
                    <a:pt x="346" y="1"/>
                  </a:moveTo>
                  <a:lnTo>
                    <a:pt x="0" y="354"/>
                  </a:lnTo>
                  <a:lnTo>
                    <a:pt x="808" y="1162"/>
                  </a:lnTo>
                  <a:lnTo>
                    <a:pt x="0" y="1977"/>
                  </a:lnTo>
                  <a:lnTo>
                    <a:pt x="346" y="2323"/>
                  </a:lnTo>
                  <a:lnTo>
                    <a:pt x="1508" y="1162"/>
                  </a:lnTo>
                  <a:lnTo>
                    <a:pt x="34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4" name="Google Shape;174;p21"/>
          <p:cNvGrpSpPr/>
          <p:nvPr/>
        </p:nvGrpSpPr>
        <p:grpSpPr>
          <a:xfrm>
            <a:off x="5944246" y="2161076"/>
            <a:ext cx="185322" cy="102687"/>
            <a:chOff x="4791775" y="1877500"/>
            <a:chExt cx="66725" cy="36975"/>
          </a:xfrm>
        </p:grpSpPr>
        <p:sp>
          <p:nvSpPr>
            <p:cNvPr id="175" name="Google Shape;175;p21"/>
            <p:cNvSpPr/>
            <p:nvPr/>
          </p:nvSpPr>
          <p:spPr>
            <a:xfrm>
              <a:off x="4791775" y="1877500"/>
              <a:ext cx="36075" cy="36975"/>
            </a:xfrm>
            <a:custGeom>
              <a:rect b="b" l="l" r="r" t="t"/>
              <a:pathLst>
                <a:path extrusionOk="0" h="1479" w="1443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2" y="736"/>
                  </a:lnTo>
                  <a:lnTo>
                    <a:pt x="7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21"/>
            <p:cNvSpPr/>
            <p:nvPr/>
          </p:nvSpPr>
          <p:spPr>
            <a:xfrm>
              <a:off x="4822425" y="1877500"/>
              <a:ext cx="36075" cy="36975"/>
            </a:xfrm>
            <a:custGeom>
              <a:rect b="b" l="l" r="r" t="t"/>
              <a:pathLst>
                <a:path extrusionOk="0" h="1479" w="1443">
                  <a:moveTo>
                    <a:pt x="0" y="0"/>
                  </a:moveTo>
                  <a:lnTo>
                    <a:pt x="743" y="736"/>
                  </a:lnTo>
                  <a:lnTo>
                    <a:pt x="0" y="1479"/>
                  </a:lnTo>
                  <a:lnTo>
                    <a:pt x="700" y="1479"/>
                  </a:lnTo>
                  <a:lnTo>
                    <a:pt x="1443" y="736"/>
                  </a:lnTo>
                  <a:lnTo>
                    <a:pt x="70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7" name="Google Shape;177;p21"/>
          <p:cNvGrpSpPr/>
          <p:nvPr/>
        </p:nvGrpSpPr>
        <p:grpSpPr>
          <a:xfrm>
            <a:off x="5954243" y="3081910"/>
            <a:ext cx="165325" cy="102687"/>
            <a:chOff x="4923925" y="1877500"/>
            <a:chExt cx="59525" cy="36975"/>
          </a:xfrm>
        </p:grpSpPr>
        <p:sp>
          <p:nvSpPr>
            <p:cNvPr id="178" name="Google Shape;178;p21"/>
            <p:cNvSpPr/>
            <p:nvPr/>
          </p:nvSpPr>
          <p:spPr>
            <a:xfrm>
              <a:off x="4923925" y="1877500"/>
              <a:ext cx="28875" cy="36975"/>
            </a:xfrm>
            <a:custGeom>
              <a:rect b="b" l="l" r="r" t="t"/>
              <a:pathLst>
                <a:path extrusionOk="0" h="1479" w="1155">
                  <a:moveTo>
                    <a:pt x="332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3" y="700"/>
                  </a:lnTo>
                  <a:cubicBezTo>
                    <a:pt x="455" y="722"/>
                    <a:pt x="455" y="758"/>
                    <a:pt x="433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2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1"/>
            <p:cNvSpPr/>
            <p:nvPr/>
          </p:nvSpPr>
          <p:spPr>
            <a:xfrm>
              <a:off x="4954575" y="1877500"/>
              <a:ext cx="28875" cy="36975"/>
            </a:xfrm>
            <a:custGeom>
              <a:rect b="b" l="l" r="r" t="t"/>
              <a:pathLst>
                <a:path extrusionOk="0" h="1479" w="1155">
                  <a:moveTo>
                    <a:pt x="333" y="0"/>
                  </a:moveTo>
                  <a:cubicBezTo>
                    <a:pt x="116" y="0"/>
                    <a:pt x="1" y="260"/>
                    <a:pt x="159" y="419"/>
                  </a:cubicBezTo>
                  <a:lnTo>
                    <a:pt x="434" y="700"/>
                  </a:lnTo>
                  <a:cubicBezTo>
                    <a:pt x="455" y="722"/>
                    <a:pt x="455" y="758"/>
                    <a:pt x="434" y="779"/>
                  </a:cubicBezTo>
                  <a:lnTo>
                    <a:pt x="159" y="1053"/>
                  </a:lnTo>
                  <a:cubicBezTo>
                    <a:pt x="1" y="1212"/>
                    <a:pt x="116" y="1479"/>
                    <a:pt x="333" y="1479"/>
                  </a:cubicBezTo>
                  <a:cubicBezTo>
                    <a:pt x="397" y="1479"/>
                    <a:pt x="462" y="1450"/>
                    <a:pt x="506" y="1407"/>
                  </a:cubicBezTo>
                  <a:lnTo>
                    <a:pt x="1133" y="779"/>
                  </a:lnTo>
                  <a:cubicBezTo>
                    <a:pt x="1155" y="758"/>
                    <a:pt x="1155" y="722"/>
                    <a:pt x="1133" y="700"/>
                  </a:cubicBezTo>
                  <a:lnTo>
                    <a:pt x="506" y="73"/>
                  </a:lnTo>
                  <a:cubicBezTo>
                    <a:pt x="462" y="22"/>
                    <a:pt x="397" y="0"/>
                    <a:pt x="33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0" name="Google Shape;180;p21"/>
          <p:cNvGrpSpPr/>
          <p:nvPr/>
        </p:nvGrpSpPr>
        <p:grpSpPr>
          <a:xfrm>
            <a:off x="5610689" y="3061602"/>
            <a:ext cx="161298" cy="143304"/>
            <a:chOff x="5058450" y="1870100"/>
            <a:chExt cx="58075" cy="51600"/>
          </a:xfrm>
        </p:grpSpPr>
        <p:sp>
          <p:nvSpPr>
            <p:cNvPr id="181" name="Google Shape;181;p21"/>
            <p:cNvSpPr/>
            <p:nvPr/>
          </p:nvSpPr>
          <p:spPr>
            <a:xfrm>
              <a:off x="5058450" y="1870100"/>
              <a:ext cx="25800" cy="51600"/>
            </a:xfrm>
            <a:custGeom>
              <a:rect b="b" l="l" r="r" t="t"/>
              <a:pathLst>
                <a:path extrusionOk="0" h="2064" w="1032">
                  <a:moveTo>
                    <a:pt x="0" y="1"/>
                  </a:moveTo>
                  <a:lnTo>
                    <a:pt x="0" y="621"/>
                  </a:lnTo>
                  <a:lnTo>
                    <a:pt x="0" y="1443"/>
                  </a:lnTo>
                  <a:lnTo>
                    <a:pt x="0" y="2063"/>
                  </a:lnTo>
                  <a:lnTo>
                    <a:pt x="1032" y="10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1"/>
            <p:cNvSpPr/>
            <p:nvPr/>
          </p:nvSpPr>
          <p:spPr>
            <a:xfrm>
              <a:off x="5090725" y="1870100"/>
              <a:ext cx="25800" cy="51600"/>
            </a:xfrm>
            <a:custGeom>
              <a:rect b="b" l="l" r="r" t="t"/>
              <a:pathLst>
                <a:path extrusionOk="0" h="2064" w="1032">
                  <a:moveTo>
                    <a:pt x="0" y="1"/>
                  </a:moveTo>
                  <a:lnTo>
                    <a:pt x="0" y="621"/>
                  </a:lnTo>
                  <a:lnTo>
                    <a:pt x="0" y="1443"/>
                  </a:lnTo>
                  <a:lnTo>
                    <a:pt x="0" y="2063"/>
                  </a:lnTo>
                  <a:lnTo>
                    <a:pt x="1032" y="103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" name="Google Shape;183;p21"/>
          <p:cNvGrpSpPr/>
          <p:nvPr/>
        </p:nvGrpSpPr>
        <p:grpSpPr>
          <a:xfrm>
            <a:off x="5619969" y="2821778"/>
            <a:ext cx="142758" cy="145803"/>
            <a:chOff x="4676550" y="2160575"/>
            <a:chExt cx="51400" cy="52500"/>
          </a:xfrm>
        </p:grpSpPr>
        <p:sp>
          <p:nvSpPr>
            <p:cNvPr id="184" name="Google Shape;184;p21"/>
            <p:cNvSpPr/>
            <p:nvPr/>
          </p:nvSpPr>
          <p:spPr>
            <a:xfrm>
              <a:off x="4676550" y="2160575"/>
              <a:ext cx="27775" cy="52500"/>
            </a:xfrm>
            <a:custGeom>
              <a:rect b="b" l="l" r="r" t="t"/>
              <a:pathLst>
                <a:path extrusionOk="0" h="2100" w="1111">
                  <a:moveTo>
                    <a:pt x="0" y="1"/>
                  </a:moveTo>
                  <a:lnTo>
                    <a:pt x="823" y="1047"/>
                  </a:lnTo>
                  <a:lnTo>
                    <a:pt x="0" y="2100"/>
                  </a:lnTo>
                  <a:lnTo>
                    <a:pt x="289" y="2100"/>
                  </a:lnTo>
                  <a:lnTo>
                    <a:pt x="1111" y="1047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1"/>
            <p:cNvSpPr/>
            <p:nvPr/>
          </p:nvSpPr>
          <p:spPr>
            <a:xfrm>
              <a:off x="4688275" y="2160575"/>
              <a:ext cx="27975" cy="52500"/>
            </a:xfrm>
            <a:custGeom>
              <a:rect b="b" l="l" r="r" t="t"/>
              <a:pathLst>
                <a:path extrusionOk="0" h="2100" w="1119">
                  <a:moveTo>
                    <a:pt x="0" y="1"/>
                  </a:moveTo>
                  <a:lnTo>
                    <a:pt x="822" y="1047"/>
                  </a:lnTo>
                  <a:lnTo>
                    <a:pt x="0" y="2100"/>
                  </a:lnTo>
                  <a:lnTo>
                    <a:pt x="296" y="2100"/>
                  </a:lnTo>
                  <a:lnTo>
                    <a:pt x="1118" y="1047"/>
                  </a:lnTo>
                  <a:lnTo>
                    <a:pt x="29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1"/>
            <p:cNvSpPr/>
            <p:nvPr/>
          </p:nvSpPr>
          <p:spPr>
            <a:xfrm>
              <a:off x="4700175" y="2160575"/>
              <a:ext cx="27775" cy="52500"/>
            </a:xfrm>
            <a:custGeom>
              <a:rect b="b" l="l" r="r" t="t"/>
              <a:pathLst>
                <a:path extrusionOk="0" h="2100" w="1111">
                  <a:moveTo>
                    <a:pt x="0" y="1"/>
                  </a:moveTo>
                  <a:lnTo>
                    <a:pt x="822" y="1047"/>
                  </a:lnTo>
                  <a:lnTo>
                    <a:pt x="0" y="2100"/>
                  </a:lnTo>
                  <a:lnTo>
                    <a:pt x="289" y="2100"/>
                  </a:lnTo>
                  <a:lnTo>
                    <a:pt x="1111" y="1047"/>
                  </a:lnTo>
                  <a:lnTo>
                    <a:pt x="28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7" name="Google Shape;187;p21"/>
          <p:cNvSpPr/>
          <p:nvPr/>
        </p:nvSpPr>
        <p:spPr>
          <a:xfrm>
            <a:off x="5606639" y="3273881"/>
            <a:ext cx="169352" cy="128307"/>
          </a:xfrm>
          <a:custGeom>
            <a:rect b="b" l="l" r="r" t="t"/>
            <a:pathLst>
              <a:path extrusionOk="0" h="1848" w="2439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8" name="Google Shape;188;p21"/>
          <p:cNvGrpSpPr/>
          <p:nvPr/>
        </p:nvGrpSpPr>
        <p:grpSpPr>
          <a:xfrm>
            <a:off x="5931436" y="3480185"/>
            <a:ext cx="210944" cy="182879"/>
            <a:chOff x="5037700" y="2430325"/>
            <a:chExt cx="75950" cy="65850"/>
          </a:xfrm>
        </p:grpSpPr>
        <p:sp>
          <p:nvSpPr>
            <p:cNvPr id="189" name="Google Shape;189;p21"/>
            <p:cNvSpPr/>
            <p:nvPr/>
          </p:nvSpPr>
          <p:spPr>
            <a:xfrm>
              <a:off x="5059700" y="2430325"/>
              <a:ext cx="53950" cy="65850"/>
            </a:xfrm>
            <a:custGeom>
              <a:rect b="b" l="l" r="r" t="t"/>
              <a:pathLst>
                <a:path extrusionOk="0" h="2634" w="2158">
                  <a:moveTo>
                    <a:pt x="1" y="1"/>
                  </a:moveTo>
                  <a:lnTo>
                    <a:pt x="866" y="1321"/>
                  </a:lnTo>
                  <a:lnTo>
                    <a:pt x="1" y="2633"/>
                  </a:lnTo>
                  <a:lnTo>
                    <a:pt x="1292" y="2633"/>
                  </a:lnTo>
                  <a:lnTo>
                    <a:pt x="2157" y="1321"/>
                  </a:lnTo>
                  <a:lnTo>
                    <a:pt x="129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1"/>
            <p:cNvSpPr/>
            <p:nvPr/>
          </p:nvSpPr>
          <p:spPr>
            <a:xfrm>
              <a:off x="5037700" y="2430325"/>
              <a:ext cx="34100" cy="65850"/>
            </a:xfrm>
            <a:custGeom>
              <a:rect b="b" l="l" r="r" t="t"/>
              <a:pathLst>
                <a:path extrusionOk="0" h="2634" w="1364">
                  <a:moveTo>
                    <a:pt x="1" y="1"/>
                  </a:moveTo>
                  <a:lnTo>
                    <a:pt x="866" y="1321"/>
                  </a:lnTo>
                  <a:lnTo>
                    <a:pt x="1" y="2633"/>
                  </a:lnTo>
                  <a:lnTo>
                    <a:pt x="498" y="2633"/>
                  </a:lnTo>
                  <a:lnTo>
                    <a:pt x="1364" y="1321"/>
                  </a:lnTo>
                  <a:lnTo>
                    <a:pt x="49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" name="Google Shape;191;p21"/>
          <p:cNvGrpSpPr/>
          <p:nvPr/>
        </p:nvGrpSpPr>
        <p:grpSpPr>
          <a:xfrm>
            <a:off x="374360" y="1905467"/>
            <a:ext cx="1998818" cy="203163"/>
            <a:chOff x="6336019" y="3733725"/>
            <a:chExt cx="2566206" cy="351310"/>
          </a:xfrm>
        </p:grpSpPr>
        <p:sp>
          <p:nvSpPr>
            <p:cNvPr id="192" name="Google Shape;192;p21"/>
            <p:cNvSpPr/>
            <p:nvPr/>
          </p:nvSpPr>
          <p:spPr>
            <a:xfrm>
              <a:off x="6336019" y="3733735"/>
              <a:ext cx="1881300" cy="351300"/>
            </a:xfrm>
            <a:prstGeom prst="homePlate">
              <a:avLst>
                <a:gd fmla="val 50000" name="adj"/>
              </a:avLst>
            </a:prstGeom>
            <a:solidFill>
              <a:srgbClr val="22244E"/>
            </a:solidFill>
            <a:ln cap="flat" cmpd="sng" w="143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21"/>
            <p:cNvSpPr/>
            <p:nvPr/>
          </p:nvSpPr>
          <p:spPr>
            <a:xfrm>
              <a:off x="8098525" y="3733725"/>
              <a:ext cx="346500" cy="351300"/>
            </a:xfrm>
            <a:prstGeom prst="chevron">
              <a:avLst>
                <a:gd fmla="val 50000" name="adj"/>
              </a:avLst>
            </a:prstGeom>
            <a:solidFill>
              <a:srgbClr val="3881DA"/>
            </a:solidFill>
            <a:ln cap="flat" cmpd="sng" w="143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1"/>
            <p:cNvSpPr/>
            <p:nvPr/>
          </p:nvSpPr>
          <p:spPr>
            <a:xfrm>
              <a:off x="8327125" y="3733725"/>
              <a:ext cx="346500" cy="351300"/>
            </a:xfrm>
            <a:prstGeom prst="chevron">
              <a:avLst>
                <a:gd fmla="val 50000" name="adj"/>
              </a:avLst>
            </a:prstGeom>
            <a:solidFill>
              <a:srgbClr val="79ABE7"/>
            </a:solidFill>
            <a:ln cap="flat" cmpd="sng" w="143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1"/>
            <p:cNvSpPr/>
            <p:nvPr/>
          </p:nvSpPr>
          <p:spPr>
            <a:xfrm>
              <a:off x="8555725" y="3733725"/>
              <a:ext cx="346500" cy="351300"/>
            </a:xfrm>
            <a:prstGeom prst="chevron">
              <a:avLst>
                <a:gd fmla="val 50000" name="adj"/>
              </a:avLst>
            </a:prstGeom>
            <a:solidFill>
              <a:srgbClr val="00AFD4"/>
            </a:solidFill>
            <a:ln cap="flat" cmpd="sng" w="143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Timeline background shape" id="196" name="Google Shape;196;p21"/>
          <p:cNvSpPr/>
          <p:nvPr/>
        </p:nvSpPr>
        <p:spPr>
          <a:xfrm>
            <a:off x="1407038" y="3736343"/>
            <a:ext cx="966000" cy="148800"/>
          </a:xfrm>
          <a:prstGeom prst="homePlate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7" name="Google Shape;197;p21"/>
          <p:cNvGrpSpPr/>
          <p:nvPr/>
        </p:nvGrpSpPr>
        <p:grpSpPr>
          <a:xfrm flipH="1">
            <a:off x="2514530" y="1908760"/>
            <a:ext cx="473972" cy="473972"/>
            <a:chOff x="5681300" y="2527788"/>
            <a:chExt cx="805801" cy="805801"/>
          </a:xfrm>
        </p:grpSpPr>
        <p:sp>
          <p:nvSpPr>
            <p:cNvPr id="198" name="Google Shape;198;p21"/>
            <p:cNvSpPr/>
            <p:nvPr/>
          </p:nvSpPr>
          <p:spPr>
            <a:xfrm>
              <a:off x="5681301" y="2527789"/>
              <a:ext cx="805800" cy="8058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1"/>
            <p:cNvSpPr/>
            <p:nvPr/>
          </p:nvSpPr>
          <p:spPr>
            <a:xfrm>
              <a:off x="5681300" y="2527788"/>
              <a:ext cx="805800" cy="805800"/>
            </a:xfrm>
            <a:prstGeom prst="pie">
              <a:avLst>
                <a:gd fmla="val 0" name="adj1"/>
                <a:gd fmla="val 16200000" name="adj2"/>
              </a:avLst>
            </a:prstGeom>
            <a:solidFill>
              <a:srgbClr val="00AFD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0" name="Google Shape;200;p21"/>
          <p:cNvGrpSpPr/>
          <p:nvPr/>
        </p:nvGrpSpPr>
        <p:grpSpPr>
          <a:xfrm flipH="1">
            <a:off x="2512771" y="3416679"/>
            <a:ext cx="475487" cy="475315"/>
            <a:chOff x="4049800" y="640400"/>
            <a:chExt cx="858900" cy="858900"/>
          </a:xfrm>
        </p:grpSpPr>
        <p:sp>
          <p:nvSpPr>
            <p:cNvPr id="201" name="Google Shape;201;p21"/>
            <p:cNvSpPr/>
            <p:nvPr/>
          </p:nvSpPr>
          <p:spPr>
            <a:xfrm>
              <a:off x="4049800" y="640400"/>
              <a:ext cx="858900" cy="858900"/>
            </a:xfrm>
            <a:prstGeom prst="donut">
              <a:avLst>
                <a:gd fmla="val 25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1"/>
            <p:cNvSpPr/>
            <p:nvPr/>
          </p:nvSpPr>
          <p:spPr>
            <a:xfrm>
              <a:off x="4049800" y="640400"/>
              <a:ext cx="858900" cy="858900"/>
            </a:xfrm>
            <a:prstGeom prst="blockArc">
              <a:avLst>
                <a:gd fmla="val 21598365" name="adj1"/>
                <a:gd fmla="val 16242758" name="adj2"/>
                <a:gd fmla="val 24993" name="adj3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3" name="Google Shape;203;p21"/>
          <p:cNvGrpSpPr/>
          <p:nvPr/>
        </p:nvGrpSpPr>
        <p:grpSpPr>
          <a:xfrm flipH="1">
            <a:off x="3042625" y="3333065"/>
            <a:ext cx="636218" cy="636314"/>
            <a:chOff x="5080187" y="927900"/>
            <a:chExt cx="961200" cy="961200"/>
          </a:xfrm>
        </p:grpSpPr>
        <p:sp>
          <p:nvSpPr>
            <p:cNvPr id="204" name="Google Shape;204;p21"/>
            <p:cNvSpPr/>
            <p:nvPr/>
          </p:nvSpPr>
          <p:spPr>
            <a:xfrm>
              <a:off x="5201900" y="1050116"/>
              <a:ext cx="716700" cy="716700"/>
            </a:xfrm>
            <a:prstGeom prst="donut">
              <a:avLst>
                <a:gd fmla="val 4716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1"/>
            <p:cNvSpPr/>
            <p:nvPr/>
          </p:nvSpPr>
          <p:spPr>
            <a:xfrm>
              <a:off x="5269594" y="1117818"/>
              <a:ext cx="581100" cy="581100"/>
            </a:xfrm>
            <a:prstGeom prst="donut">
              <a:avLst>
                <a:gd fmla="val 5814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1"/>
            <p:cNvSpPr/>
            <p:nvPr/>
          </p:nvSpPr>
          <p:spPr>
            <a:xfrm>
              <a:off x="5339279" y="1187526"/>
              <a:ext cx="441900" cy="441600"/>
            </a:xfrm>
            <a:prstGeom prst="donut">
              <a:avLst>
                <a:gd fmla="val 7648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1"/>
            <p:cNvSpPr/>
            <p:nvPr/>
          </p:nvSpPr>
          <p:spPr>
            <a:xfrm>
              <a:off x="5414892" y="1263155"/>
              <a:ext cx="290700" cy="290700"/>
            </a:xfrm>
            <a:prstGeom prst="donut">
              <a:avLst>
                <a:gd fmla="val 10182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1"/>
            <p:cNvSpPr/>
            <p:nvPr/>
          </p:nvSpPr>
          <p:spPr>
            <a:xfrm rot="-3809958">
              <a:off x="5202435" y="1050148"/>
              <a:ext cx="716705" cy="716705"/>
            </a:xfrm>
            <a:prstGeom prst="blockArc">
              <a:avLst>
                <a:gd fmla="val 5266439" name="adj1"/>
                <a:gd fmla="val 19995741" name="adj2"/>
                <a:gd fmla="val 4692" name="adj3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1"/>
            <p:cNvSpPr/>
            <p:nvPr/>
          </p:nvSpPr>
          <p:spPr>
            <a:xfrm rot="-3906059">
              <a:off x="5269616" y="1117617"/>
              <a:ext cx="581445" cy="581445"/>
            </a:xfrm>
            <a:prstGeom prst="blockArc">
              <a:avLst>
                <a:gd fmla="val 3085776" name="adj1"/>
                <a:gd fmla="val 20100839" name="adj2"/>
                <a:gd fmla="val 5564" name="adj3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1"/>
            <p:cNvSpPr/>
            <p:nvPr/>
          </p:nvSpPr>
          <p:spPr>
            <a:xfrm rot="-4222340">
              <a:off x="5339825" y="1187386"/>
              <a:ext cx="442087" cy="442087"/>
            </a:xfrm>
            <a:prstGeom prst="blockArc">
              <a:avLst>
                <a:gd fmla="val 8884448" name="adj1"/>
                <a:gd fmla="val 20414899" name="adj2"/>
                <a:gd fmla="val 7688" name="adj3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1"/>
            <p:cNvSpPr/>
            <p:nvPr/>
          </p:nvSpPr>
          <p:spPr>
            <a:xfrm rot="-4538880">
              <a:off x="5414922" y="1262925"/>
              <a:ext cx="290465" cy="290465"/>
            </a:xfrm>
            <a:prstGeom prst="blockArc">
              <a:avLst>
                <a:gd fmla="val 6490304" name="adj1"/>
                <a:gd fmla="val 20700625" name="adj2"/>
                <a:gd fmla="val 10156" name="adj3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2" name="Google Shape;212;p21"/>
          <p:cNvSpPr/>
          <p:nvPr/>
        </p:nvSpPr>
        <p:spPr>
          <a:xfrm>
            <a:off x="5623928" y="2375134"/>
            <a:ext cx="134700" cy="13470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1"/>
          <p:cNvSpPr/>
          <p:nvPr/>
        </p:nvSpPr>
        <p:spPr>
          <a:xfrm flipH="1">
            <a:off x="5969594" y="2375134"/>
            <a:ext cx="134700" cy="134700"/>
          </a:xfrm>
          <a:prstGeom prst="curvedRigh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4" name="Google Shape;214;p21"/>
          <p:cNvGrpSpPr/>
          <p:nvPr/>
        </p:nvGrpSpPr>
        <p:grpSpPr>
          <a:xfrm>
            <a:off x="2513385" y="2664820"/>
            <a:ext cx="474975" cy="474084"/>
            <a:chOff x="3309128" y="2874033"/>
            <a:chExt cx="633300" cy="632112"/>
          </a:xfrm>
        </p:grpSpPr>
        <p:grpSp>
          <p:nvGrpSpPr>
            <p:cNvPr id="215" name="Google Shape;215;p21"/>
            <p:cNvGrpSpPr/>
            <p:nvPr/>
          </p:nvGrpSpPr>
          <p:grpSpPr>
            <a:xfrm flipH="1">
              <a:off x="3310391" y="2874095"/>
              <a:ext cx="631989" cy="631989"/>
              <a:chOff x="5681300" y="2527788"/>
              <a:chExt cx="805800" cy="805800"/>
            </a:xfrm>
          </p:grpSpPr>
          <p:sp>
            <p:nvSpPr>
              <p:cNvPr id="216" name="Google Shape;216;p21"/>
              <p:cNvSpPr/>
              <p:nvPr/>
            </p:nvSpPr>
            <p:spPr>
              <a:xfrm>
                <a:off x="5681300" y="2527788"/>
                <a:ext cx="805800" cy="805800"/>
              </a:xfrm>
              <a:prstGeom prst="ellipse">
                <a:avLst/>
              </a:prstGeom>
              <a:solidFill>
                <a:schemeClr val="accent4"/>
              </a:solidFill>
              <a:ln cap="flat" cmpd="sng" w="143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b="0" i="0" sz="13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21"/>
              <p:cNvSpPr/>
              <p:nvPr/>
            </p:nvSpPr>
            <p:spPr>
              <a:xfrm>
                <a:off x="5681300" y="2527788"/>
                <a:ext cx="805800" cy="805800"/>
              </a:xfrm>
              <a:prstGeom prst="pie">
                <a:avLst>
                  <a:gd fmla="val 10752091" name="adj1"/>
                  <a:gd fmla="val 16200000" name="adj2"/>
                </a:avLst>
              </a:prstGeom>
              <a:solidFill>
                <a:schemeClr val="accent4"/>
              </a:solidFill>
              <a:ln cap="flat" cmpd="sng" w="14300">
                <a:solidFill>
                  <a:srgbClr val="FFFFFF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b="0" i="0" sz="13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8" name="Google Shape;218;p21"/>
            <p:cNvSpPr/>
            <p:nvPr/>
          </p:nvSpPr>
          <p:spPr>
            <a:xfrm flipH="1">
              <a:off x="3310328" y="2874045"/>
              <a:ext cx="632100" cy="632100"/>
            </a:xfrm>
            <a:prstGeom prst="pie">
              <a:avLst>
                <a:gd fmla="val 5390934" name="adj1"/>
                <a:gd fmla="val 10831396" name="adj2"/>
              </a:avLst>
            </a:prstGeom>
            <a:solidFill>
              <a:schemeClr val="accent4"/>
            </a:solidFill>
            <a:ln cap="flat" cmpd="sng" w="143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1"/>
            <p:cNvSpPr/>
            <p:nvPr/>
          </p:nvSpPr>
          <p:spPr>
            <a:xfrm flipH="1">
              <a:off x="3309128" y="2874033"/>
              <a:ext cx="632100" cy="632100"/>
            </a:xfrm>
            <a:prstGeom prst="pie">
              <a:avLst>
                <a:gd fmla="val 0" name="adj1"/>
                <a:gd fmla="val 5396727" name="adj2"/>
              </a:avLst>
            </a:prstGeom>
            <a:solidFill>
              <a:schemeClr val="accent4"/>
            </a:solidFill>
            <a:ln cap="flat" cmpd="sng" w="143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0" name="Google Shape;220;p21"/>
          <p:cNvSpPr/>
          <p:nvPr/>
        </p:nvSpPr>
        <p:spPr>
          <a:xfrm>
            <a:off x="5596365" y="2577145"/>
            <a:ext cx="189900" cy="155400"/>
          </a:xfrm>
          <a:prstGeom prst="stripedRightArrow">
            <a:avLst>
              <a:gd fmla="val 34775" name="adj1"/>
              <a:gd fmla="val 45411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5931156" y="2577145"/>
            <a:ext cx="211500" cy="155400"/>
          </a:xfrm>
          <a:prstGeom prst="notched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5592203" y="3493939"/>
            <a:ext cx="198300" cy="155400"/>
          </a:xfrm>
          <a:prstGeom prst="chevron">
            <a:avLst>
              <a:gd fmla="val 78131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5600190" y="3741224"/>
            <a:ext cx="182400" cy="150000"/>
          </a:xfrm>
          <a:prstGeom prst="rightArrow">
            <a:avLst>
              <a:gd fmla="val 67726" name="adj1"/>
              <a:gd fmla="val 76469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4" name="Google Shape;224;p21"/>
          <p:cNvSpPr/>
          <p:nvPr/>
        </p:nvSpPr>
        <p:spPr>
          <a:xfrm flipH="1">
            <a:off x="379594" y="3175259"/>
            <a:ext cx="957000" cy="361800"/>
          </a:xfrm>
          <a:prstGeom prst="wedgeRoundRectCallout">
            <a:avLst>
              <a:gd fmla="val -20828" name="adj1"/>
              <a:gd fmla="val 74256" name="adj2"/>
              <a:gd fmla="val 0" name="adj3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25" name="Google Shape;225;p21"/>
          <p:cNvGrpSpPr/>
          <p:nvPr/>
        </p:nvGrpSpPr>
        <p:grpSpPr>
          <a:xfrm>
            <a:off x="378225" y="2910706"/>
            <a:ext cx="956838" cy="182925"/>
            <a:chOff x="727100" y="2805863"/>
            <a:chExt cx="1052975" cy="243900"/>
          </a:xfrm>
        </p:grpSpPr>
        <p:sp>
          <p:nvSpPr>
            <p:cNvPr id="226" name="Google Shape;226;p21"/>
            <p:cNvSpPr/>
            <p:nvPr/>
          </p:nvSpPr>
          <p:spPr>
            <a:xfrm>
              <a:off x="958075" y="2805863"/>
              <a:ext cx="822000" cy="24390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27" name="Google Shape;227;p21"/>
            <p:cNvSpPr/>
            <p:nvPr/>
          </p:nvSpPr>
          <p:spPr>
            <a:xfrm>
              <a:off x="727100" y="2805863"/>
              <a:ext cx="203700" cy="24390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28" name="Google Shape;228;p21"/>
          <p:cNvGrpSpPr/>
          <p:nvPr/>
        </p:nvGrpSpPr>
        <p:grpSpPr>
          <a:xfrm>
            <a:off x="1406978" y="2217154"/>
            <a:ext cx="962368" cy="210375"/>
            <a:chOff x="2098900" y="2390725"/>
            <a:chExt cx="1245300" cy="280500"/>
          </a:xfrm>
        </p:grpSpPr>
        <p:sp>
          <p:nvSpPr>
            <p:cNvPr id="229" name="Google Shape;229;p21"/>
            <p:cNvSpPr/>
            <p:nvPr/>
          </p:nvSpPr>
          <p:spPr>
            <a:xfrm>
              <a:off x="2098900" y="2390725"/>
              <a:ext cx="1245300" cy="28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0" name="Google Shape;230;p21"/>
            <p:cNvSpPr/>
            <p:nvPr/>
          </p:nvSpPr>
          <p:spPr>
            <a:xfrm>
              <a:off x="2098900" y="2390725"/>
              <a:ext cx="355500" cy="280500"/>
            </a:xfrm>
            <a:prstGeom prst="homePlate">
              <a:avLst>
                <a:gd fmla="val 50000" name="adj"/>
              </a:avLst>
            </a:prstGeom>
            <a:solidFill>
              <a:schemeClr val="accent4"/>
            </a:solidFill>
            <a:ln cap="flat" cmpd="sng" w="143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1" name="Google Shape;231;p21"/>
          <p:cNvGrpSpPr/>
          <p:nvPr/>
        </p:nvGrpSpPr>
        <p:grpSpPr>
          <a:xfrm>
            <a:off x="374194" y="2518578"/>
            <a:ext cx="963619" cy="310500"/>
            <a:chOff x="721950" y="2306059"/>
            <a:chExt cx="1284825" cy="414000"/>
          </a:xfrm>
        </p:grpSpPr>
        <p:sp>
          <p:nvSpPr>
            <p:cNvPr id="232" name="Google Shape;232;p21"/>
            <p:cNvSpPr/>
            <p:nvPr/>
          </p:nvSpPr>
          <p:spPr>
            <a:xfrm>
              <a:off x="1073775" y="2368013"/>
              <a:ext cx="933000" cy="29010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3" name="Google Shape;233;p21"/>
            <p:cNvSpPr/>
            <p:nvPr/>
          </p:nvSpPr>
          <p:spPr>
            <a:xfrm>
              <a:off x="721950" y="2306059"/>
              <a:ext cx="429900" cy="414000"/>
            </a:xfrm>
            <a:prstGeom prst="chevron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4" name="Google Shape;234;p21"/>
          <p:cNvGrpSpPr/>
          <p:nvPr/>
        </p:nvGrpSpPr>
        <p:grpSpPr>
          <a:xfrm>
            <a:off x="367636" y="2189972"/>
            <a:ext cx="970183" cy="246889"/>
            <a:chOff x="713225" y="3210638"/>
            <a:chExt cx="1242550" cy="316200"/>
          </a:xfrm>
        </p:grpSpPr>
        <p:sp>
          <p:nvSpPr>
            <p:cNvPr id="235" name="Google Shape;235;p21"/>
            <p:cNvSpPr/>
            <p:nvPr/>
          </p:nvSpPr>
          <p:spPr>
            <a:xfrm>
              <a:off x="870075" y="3246788"/>
              <a:ext cx="1085700" cy="243900"/>
            </a:xfrm>
            <a:prstGeom prst="roundRect">
              <a:avLst>
                <a:gd fmla="val 16667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6" name="Google Shape;236;p21"/>
            <p:cNvSpPr/>
            <p:nvPr/>
          </p:nvSpPr>
          <p:spPr>
            <a:xfrm>
              <a:off x="713225" y="3210638"/>
              <a:ext cx="320100" cy="316200"/>
            </a:xfrm>
            <a:prstGeom prst="ellipse">
              <a:avLst/>
            </a:prstGeom>
            <a:solidFill>
              <a:srgbClr val="22244E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37" name="Google Shape;237;p21"/>
          <p:cNvGrpSpPr/>
          <p:nvPr/>
        </p:nvGrpSpPr>
        <p:grpSpPr>
          <a:xfrm>
            <a:off x="374220" y="3730043"/>
            <a:ext cx="962370" cy="161325"/>
            <a:chOff x="721950" y="4382375"/>
            <a:chExt cx="1247725" cy="215100"/>
          </a:xfrm>
        </p:grpSpPr>
        <p:sp>
          <p:nvSpPr>
            <p:cNvPr id="238" name="Google Shape;238;p21"/>
            <p:cNvSpPr/>
            <p:nvPr/>
          </p:nvSpPr>
          <p:spPr>
            <a:xfrm>
              <a:off x="724375" y="4382375"/>
              <a:ext cx="1245300" cy="2151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39" name="Google Shape;239;p21"/>
            <p:cNvSpPr/>
            <p:nvPr/>
          </p:nvSpPr>
          <p:spPr>
            <a:xfrm>
              <a:off x="721950" y="4386425"/>
              <a:ext cx="324600" cy="207000"/>
            </a:xfrm>
            <a:prstGeom prst="round1Rect">
              <a:avLst>
                <a:gd fmla="val 50000" name="adj"/>
              </a:avLst>
            </a:prstGeom>
            <a:solidFill>
              <a:schemeClr val="accent2"/>
            </a:solidFill>
            <a:ln cap="flat" cmpd="sng" w="143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40" name="Google Shape;240;p21"/>
          <p:cNvGrpSpPr/>
          <p:nvPr/>
        </p:nvGrpSpPr>
        <p:grpSpPr>
          <a:xfrm>
            <a:off x="1406806" y="2536257"/>
            <a:ext cx="962266" cy="258075"/>
            <a:chOff x="2098900" y="2843850"/>
            <a:chExt cx="1227850" cy="344100"/>
          </a:xfrm>
        </p:grpSpPr>
        <p:sp>
          <p:nvSpPr>
            <p:cNvPr id="241" name="Google Shape;241;p21"/>
            <p:cNvSpPr/>
            <p:nvPr/>
          </p:nvSpPr>
          <p:spPr>
            <a:xfrm>
              <a:off x="2130650" y="2870850"/>
              <a:ext cx="1196100" cy="290100"/>
            </a:xfrm>
            <a:prstGeom prst="homePlate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2" name="Google Shape;242;p21"/>
            <p:cNvSpPr/>
            <p:nvPr/>
          </p:nvSpPr>
          <p:spPr>
            <a:xfrm>
              <a:off x="2098900" y="2843850"/>
              <a:ext cx="729600" cy="344100"/>
            </a:xfrm>
            <a:prstGeom prst="roundRect">
              <a:avLst>
                <a:gd fmla="val 16667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b="0" i="0" sz="13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43" name="Google Shape;243;p21"/>
          <p:cNvSpPr/>
          <p:nvPr/>
        </p:nvSpPr>
        <p:spPr>
          <a:xfrm flipH="1" rot="10800000">
            <a:off x="1408744" y="3176414"/>
            <a:ext cx="962400" cy="451200"/>
          </a:xfrm>
          <a:prstGeom prst="upArrowCallout">
            <a:avLst>
              <a:gd fmla="val 25000" name="adj1"/>
              <a:gd fmla="val 23097" name="adj2"/>
              <a:gd fmla="val 12474" name="adj3"/>
              <a:gd fmla="val 68581" name="adj4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" name="Google Shape;248;p22"/>
          <p:cNvGrpSpPr/>
          <p:nvPr/>
        </p:nvGrpSpPr>
        <p:grpSpPr>
          <a:xfrm>
            <a:off x="234395" y="2013612"/>
            <a:ext cx="2661566" cy="1473273"/>
            <a:chOff x="2654821" y="2311071"/>
            <a:chExt cx="2279714" cy="1262120"/>
          </a:xfrm>
        </p:grpSpPr>
        <p:grpSp>
          <p:nvGrpSpPr>
            <p:cNvPr id="249" name="Google Shape;249;p22"/>
            <p:cNvGrpSpPr/>
            <p:nvPr/>
          </p:nvGrpSpPr>
          <p:grpSpPr>
            <a:xfrm>
              <a:off x="4034269" y="2840745"/>
              <a:ext cx="40212" cy="36437"/>
              <a:chOff x="4293400" y="2574725"/>
              <a:chExt cx="84425" cy="80100"/>
            </a:xfrm>
          </p:grpSpPr>
          <p:sp>
            <p:nvSpPr>
              <p:cNvPr id="250" name="Google Shape;250;p22"/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rect b="b" l="l" r="r" t="t"/>
                <a:pathLst>
                  <a:path extrusionOk="0" h="1810" w="2286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22"/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rect b="b" l="l" r="r" t="t"/>
                <a:pathLst>
                  <a:path extrusionOk="0" h="2596" w="3139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2" name="Google Shape;252;p22"/>
            <p:cNvGrpSpPr/>
            <p:nvPr/>
          </p:nvGrpSpPr>
          <p:grpSpPr>
            <a:xfrm>
              <a:off x="3894606" y="2334874"/>
              <a:ext cx="913198" cy="518984"/>
              <a:chOff x="4000175" y="1462675"/>
              <a:chExt cx="1917275" cy="1140875"/>
            </a:xfrm>
          </p:grpSpPr>
          <p:sp>
            <p:nvSpPr>
              <p:cNvPr id="253" name="Google Shape;253;p22"/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rect b="b" l="l" r="r" t="t"/>
                <a:pathLst>
                  <a:path extrusionOk="0" h="2607" w="241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54" name="Google Shape;254;p22"/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</p:grpSpPr>
            <p:sp>
              <p:nvSpPr>
                <p:cNvPr id="255" name="Google Shape;255;p22"/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rect b="b" l="l" r="r" t="t"/>
                  <a:pathLst>
                    <a:path extrusionOk="0" h="20400" w="61835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solidFill>
                  <a:srgbClr val="0070C0"/>
                </a:solidFill>
                <a:ln>
                  <a:noFill/>
                </a:ln>
              </p:spPr>
              <p:txBody>
                <a:bodyPr anchorCtr="0" anchor="t" bIns="34275" lIns="68575" spcFirstLastPara="1" rIns="68575" wrap="square" tIns="342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35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6" name="Google Shape;256;p22"/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rect b="b" l="l" r="r" t="t"/>
                  <a:pathLst>
                    <a:path extrusionOk="0" h="2951" w="2324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solidFill>
                  <a:srgbClr val="0070C0"/>
                </a:solidFill>
                <a:ln>
                  <a:noFill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350"/>
                    <a:buFont typeface="Arial"/>
                    <a:buNone/>
                  </a:pPr>
                  <a:r>
                    <a:t/>
                  </a:r>
                  <a:endParaRPr sz="135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7" name="Google Shape;257;p22"/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rect b="b" l="l" r="r" t="t"/>
                  <a:pathLst>
                    <a:path extrusionOk="0" h="4164" w="4688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solidFill>
                  <a:srgbClr val="0070C0"/>
                </a:solidFill>
                <a:ln>
                  <a:noFill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350"/>
                    <a:buFont typeface="Arial"/>
                    <a:buNone/>
                  </a:pPr>
                  <a:r>
                    <a:t/>
                  </a:r>
                  <a:endParaRPr sz="135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8" name="Google Shape;258;p22"/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rect b="b" l="l" r="r" t="t"/>
                  <a:pathLst>
                    <a:path extrusionOk="0" h="9856" w="5232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solidFill>
                  <a:srgbClr val="0070C0"/>
                </a:solidFill>
                <a:ln>
                  <a:noFill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350"/>
                    <a:buFont typeface="Arial"/>
                    <a:buNone/>
                  </a:pPr>
                  <a:r>
                    <a:t/>
                  </a:r>
                  <a:endParaRPr sz="135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59" name="Google Shape;259;p22"/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rect b="b" l="l" r="r" t="t"/>
                  <a:pathLst>
                    <a:path extrusionOk="0" h="40698" w="76079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solidFill>
                  <a:srgbClr val="0070C0"/>
                </a:solidFill>
                <a:ln>
                  <a:noFill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350"/>
                    <a:buFont typeface="Arial"/>
                    <a:buNone/>
                  </a:pPr>
                  <a:r>
                    <a:t/>
                  </a:r>
                  <a:endParaRPr sz="1350">
                    <a:solidFill>
                      <a:srgbClr val="A6CBC2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0" name="Google Shape;260;p22"/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rect b="b" l="l" r="r" t="t"/>
                  <a:pathLst>
                    <a:path extrusionOk="0" h="8350" w="3767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solidFill>
                  <a:srgbClr val="0070C0"/>
                </a:solidFill>
                <a:ln>
                  <a:noFill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350"/>
                    <a:buFont typeface="Arial"/>
                    <a:buNone/>
                  </a:pPr>
                  <a:r>
                    <a:t/>
                  </a:r>
                  <a:endParaRPr sz="135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61" name="Google Shape;261;p22"/>
            <p:cNvGrpSpPr/>
            <p:nvPr/>
          </p:nvGrpSpPr>
          <p:grpSpPr>
            <a:xfrm>
              <a:off x="3875768" y="2846704"/>
              <a:ext cx="44796" cy="47366"/>
              <a:chOff x="3960625" y="2587825"/>
              <a:chExt cx="94050" cy="104125"/>
            </a:xfrm>
          </p:grpSpPr>
          <p:sp>
            <p:nvSpPr>
              <p:cNvPr id="262" name="Google Shape;262;p22"/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rect b="b" l="l" r="r" t="t"/>
                <a:pathLst>
                  <a:path extrusionOk="0" h="2048" w="3762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22"/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rect b="b" l="l" r="r" t="t"/>
                <a:pathLst>
                  <a:path extrusionOk="0" h="3809" w="3474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4" name="Google Shape;264;p22"/>
            <p:cNvGrpSpPr/>
            <p:nvPr/>
          </p:nvGrpSpPr>
          <p:grpSpPr>
            <a:xfrm>
              <a:off x="3782759" y="2807162"/>
              <a:ext cx="82686" cy="85487"/>
              <a:chOff x="3765350" y="2500900"/>
              <a:chExt cx="173600" cy="187925"/>
            </a:xfrm>
          </p:grpSpPr>
          <p:sp>
            <p:nvSpPr>
              <p:cNvPr id="265" name="Google Shape;265;p22"/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rect b="b" l="l" r="r" t="t"/>
                <a:pathLst>
                  <a:path extrusionOk="0" h="2572" w="4358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6" name="Google Shape;266;p22"/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rect b="b" l="l" r="r" t="t"/>
                <a:pathLst>
                  <a:path extrusionOk="0" h="148" w="105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22"/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rect b="b" l="l" r="r" t="t"/>
                <a:pathLst>
                  <a:path extrusionOk="0" h="1675" w="901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22"/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rect b="b" l="l" r="r" t="t"/>
                <a:pathLst>
                  <a:path extrusionOk="0" h="168" w="252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22"/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rect b="b" l="l" r="r" t="t"/>
                <a:pathLst>
                  <a:path extrusionOk="0" h="64" w="63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0" name="Google Shape;270;p22"/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rect b="b" l="l" r="r" t="t"/>
                <a:pathLst>
                  <a:path extrusionOk="0" h="7304" w="6571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1" name="Google Shape;271;p22"/>
            <p:cNvGrpSpPr/>
            <p:nvPr/>
          </p:nvGrpSpPr>
          <p:grpSpPr>
            <a:xfrm>
              <a:off x="3775674" y="2798496"/>
              <a:ext cx="40545" cy="23564"/>
              <a:chOff x="3750475" y="2481850"/>
              <a:chExt cx="85125" cy="51800"/>
            </a:xfrm>
          </p:grpSpPr>
          <p:sp>
            <p:nvSpPr>
              <p:cNvPr id="272" name="Google Shape;272;p22"/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rect b="b" l="l" r="r" t="t"/>
                <a:pathLst>
                  <a:path extrusionOk="0" h="1466" w="2596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22"/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rect b="b" l="l" r="r" t="t"/>
                <a:pathLst>
                  <a:path extrusionOk="0" h="2072" w="3405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4" name="Google Shape;274;p22"/>
            <p:cNvGrpSpPr/>
            <p:nvPr/>
          </p:nvGrpSpPr>
          <p:grpSpPr>
            <a:xfrm>
              <a:off x="3716946" y="2776024"/>
              <a:ext cx="81971" cy="76912"/>
              <a:chOff x="3627175" y="2432450"/>
              <a:chExt cx="172100" cy="169075"/>
            </a:xfrm>
          </p:grpSpPr>
          <p:sp>
            <p:nvSpPr>
              <p:cNvPr id="275" name="Google Shape;275;p22"/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rect b="b" l="l" r="r" t="t"/>
                <a:pathLst>
                  <a:path extrusionOk="0" h="6278" w="6592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6" name="Google Shape;276;p22"/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rect b="b" l="l" r="r" t="t"/>
                <a:pathLst>
                  <a:path extrusionOk="0" h="1762" w="2834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22"/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rect b="b" l="l" r="r" t="t"/>
                <a:pathLst>
                  <a:path extrusionOk="0" h="3596" w="319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8" name="Google Shape;278;p22"/>
            <p:cNvGrpSpPr/>
            <p:nvPr/>
          </p:nvGrpSpPr>
          <p:grpSpPr>
            <a:xfrm>
              <a:off x="3685682" y="2845624"/>
              <a:ext cx="29311" cy="45055"/>
              <a:chOff x="3561536" y="2585450"/>
              <a:chExt cx="61539" cy="99045"/>
            </a:xfrm>
          </p:grpSpPr>
          <p:sp>
            <p:nvSpPr>
              <p:cNvPr id="279" name="Google Shape;279;p22"/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rect b="b" l="l" r="r" t="t"/>
                <a:pathLst>
                  <a:path extrusionOk="0" h="3579" w="178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22"/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rect b="b" l="l" r="r" t="t"/>
                <a:pathLst>
                  <a:path extrusionOk="0" h="3738" w="1691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1" name="Google Shape;281;p22"/>
            <p:cNvGrpSpPr/>
            <p:nvPr/>
          </p:nvGrpSpPr>
          <p:grpSpPr>
            <a:xfrm>
              <a:off x="3849905" y="2572252"/>
              <a:ext cx="74339" cy="119559"/>
              <a:chOff x="3906325" y="1984500"/>
              <a:chExt cx="156075" cy="262825"/>
            </a:xfrm>
          </p:grpSpPr>
          <p:sp>
            <p:nvSpPr>
              <p:cNvPr id="282" name="Google Shape;282;p22"/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rect b="b" l="l" r="r" t="t"/>
                <a:pathLst>
                  <a:path extrusionOk="0" h="4968" w="4033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22"/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rect b="b" l="l" r="r" t="t"/>
                <a:pathLst>
                  <a:path extrusionOk="0" h="10295" w="5713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4" name="Google Shape;284;p22"/>
            <p:cNvGrpSpPr/>
            <p:nvPr/>
          </p:nvGrpSpPr>
          <p:grpSpPr>
            <a:xfrm>
              <a:off x="2654821" y="2414345"/>
              <a:ext cx="667570" cy="558731"/>
              <a:chOff x="1397225" y="1637375"/>
              <a:chExt cx="1401575" cy="1228250"/>
            </a:xfrm>
          </p:grpSpPr>
          <p:sp>
            <p:nvSpPr>
              <p:cNvPr id="285" name="Google Shape;285;p22"/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rect b="b" l="l" r="r" t="t"/>
                <a:pathLst>
                  <a:path extrusionOk="0" h="19889" w="29915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86" name="Google Shape;286;p22"/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</p:grpSpPr>
            <p:sp>
              <p:nvSpPr>
                <p:cNvPr id="287" name="Google Shape;287;p22"/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rect b="b" l="l" r="r" t="t"/>
                  <a:pathLst>
                    <a:path extrusionOk="0" h="23770" w="27704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solidFill>
                  <a:srgbClr val="0070C0"/>
                </a:solidFill>
                <a:ln>
                  <a:noFill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350"/>
                    <a:buFont typeface="Arial"/>
                    <a:buNone/>
                  </a:pPr>
                  <a:r>
                    <a:t/>
                  </a:r>
                  <a:endParaRPr sz="135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8" name="Google Shape;288;p22"/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rect b="b" l="l" r="r" t="t"/>
                  <a:pathLst>
                    <a:path extrusionOk="0" h="19251" w="32642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solidFill>
                  <a:srgbClr val="0070C0"/>
                </a:solidFill>
                <a:ln>
                  <a:noFill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350"/>
                    <a:buFont typeface="Arial"/>
                    <a:buNone/>
                  </a:pPr>
                  <a:r>
                    <a:t/>
                  </a:r>
                  <a:endParaRPr sz="135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89" name="Google Shape;289;p22"/>
            <p:cNvGrpSpPr/>
            <p:nvPr/>
          </p:nvGrpSpPr>
          <p:grpSpPr>
            <a:xfrm>
              <a:off x="3230417" y="3103734"/>
              <a:ext cx="282982" cy="280332"/>
              <a:chOff x="2605700" y="3152850"/>
              <a:chExt cx="594125" cy="616250"/>
            </a:xfrm>
          </p:grpSpPr>
          <p:sp>
            <p:nvSpPr>
              <p:cNvPr id="290" name="Google Shape;290;p22"/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rect b="b" l="l" r="r" t="t"/>
                <a:pathLst>
                  <a:path extrusionOk="0" h="24650" w="15193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22"/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rect b="b" l="l" r="r" t="t"/>
                <a:pathLst>
                  <a:path extrusionOk="0" h="23602" w="22682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rgbClr val="FF6B65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2" name="Google Shape;292;p22"/>
            <p:cNvGrpSpPr/>
            <p:nvPr/>
          </p:nvGrpSpPr>
          <p:grpSpPr>
            <a:xfrm>
              <a:off x="3265985" y="3226989"/>
              <a:ext cx="87151" cy="346202"/>
              <a:chOff x="2680375" y="3423800"/>
              <a:chExt cx="182975" cy="761050"/>
            </a:xfrm>
          </p:grpSpPr>
          <p:sp>
            <p:nvSpPr>
              <p:cNvPr id="293" name="Google Shape;293;p22"/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rect b="b" l="l" r="r" t="t"/>
                <a:pathLst>
                  <a:path extrusionOk="0" h="28155" w="6588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22"/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rect b="b" l="l" r="r" t="t"/>
                <a:pathLst>
                  <a:path extrusionOk="0" h="26992" w="5483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5" name="Google Shape;295;p22"/>
            <p:cNvGrpSpPr/>
            <p:nvPr/>
          </p:nvGrpSpPr>
          <p:grpSpPr>
            <a:xfrm>
              <a:off x="3855466" y="3289811"/>
              <a:ext cx="112514" cy="94210"/>
              <a:chOff x="3918000" y="3561900"/>
              <a:chExt cx="236225" cy="207100"/>
            </a:xfrm>
          </p:grpSpPr>
          <p:sp>
            <p:nvSpPr>
              <p:cNvPr id="296" name="Google Shape;296;p22"/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rect b="b" l="l" r="r" t="t"/>
                <a:pathLst>
                  <a:path extrusionOk="0" h="6800" w="9137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t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22"/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rect b="b" l="l" r="r" t="t"/>
                <a:pathLst>
                  <a:path extrusionOk="0" h="7973" w="9166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8" name="Google Shape;298;p22"/>
            <p:cNvSpPr/>
            <p:nvPr/>
          </p:nvSpPr>
          <p:spPr>
            <a:xfrm>
              <a:off x="3292646" y="3020419"/>
              <a:ext cx="18695" cy="5482"/>
            </a:xfrm>
            <a:custGeom>
              <a:rect b="b" l="l" r="r" t="t"/>
              <a:pathLst>
                <a:path extrusionOk="0" h="482" w="157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22"/>
            <p:cNvSpPr/>
            <p:nvPr/>
          </p:nvSpPr>
          <p:spPr>
            <a:xfrm>
              <a:off x="3260258" y="3010662"/>
              <a:ext cx="26423" cy="16661"/>
            </a:xfrm>
            <a:custGeom>
              <a:rect b="b" l="l" r="r" t="t"/>
              <a:pathLst>
                <a:path extrusionOk="0" h="1465" w="2219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22"/>
            <p:cNvSpPr/>
            <p:nvPr/>
          </p:nvSpPr>
          <p:spPr>
            <a:xfrm>
              <a:off x="3408744" y="2329870"/>
              <a:ext cx="289769" cy="354333"/>
            </a:xfrm>
            <a:custGeom>
              <a:rect b="b" l="l" r="r" t="t"/>
              <a:pathLst>
                <a:path extrusionOk="0" h="31157" w="24335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rgbClr val="FF6B6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1" name="Google Shape;301;p22"/>
            <p:cNvGrpSpPr/>
            <p:nvPr/>
          </p:nvGrpSpPr>
          <p:grpSpPr>
            <a:xfrm>
              <a:off x="2905224" y="2311071"/>
              <a:ext cx="596721" cy="528992"/>
              <a:chOff x="1922950" y="1410350"/>
              <a:chExt cx="1252825" cy="1162875"/>
            </a:xfrm>
          </p:grpSpPr>
          <p:sp>
            <p:nvSpPr>
              <p:cNvPr id="302" name="Google Shape;302;p22"/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rect b="b" l="l" r="r" t="t"/>
                <a:pathLst>
                  <a:path extrusionOk="0" h="2637" w="2093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22"/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rect b="b" l="l" r="r" t="t"/>
                <a:pathLst>
                  <a:path extrusionOk="0" h="2177" w="922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22"/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rect b="b" l="l" r="r" t="t"/>
                <a:pathLst>
                  <a:path extrusionOk="0" h="1947" w="1926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p22"/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rect b="b" l="l" r="r" t="t"/>
                <a:pathLst>
                  <a:path extrusionOk="0" h="5357" w="5838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6" name="Google Shape;306;p22"/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rect b="b" l="l" r="r" t="t"/>
                <a:pathLst>
                  <a:path extrusionOk="0" h="1507" w="134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7" name="Google Shape;307;p22"/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rect b="b" l="l" r="r" t="t"/>
                <a:pathLst>
                  <a:path extrusionOk="0" h="1047" w="1696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22"/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rect b="b" l="l" r="r" t="t"/>
                <a:pathLst>
                  <a:path extrusionOk="0" h="2428" w="4395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22"/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rect b="b" l="l" r="r" t="t"/>
                <a:pathLst>
                  <a:path extrusionOk="0" h="1299" w="1926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22"/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rect b="b" l="l" r="r" t="t"/>
                <a:pathLst>
                  <a:path extrusionOk="0" h="3537" w="5713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22"/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rect b="b" l="l" r="r" t="t"/>
                <a:pathLst>
                  <a:path extrusionOk="0" h="2700" w="2763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2" name="Google Shape;312;p22"/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rect b="b" l="l" r="r" t="t"/>
                <a:pathLst>
                  <a:path extrusionOk="0" h="3516" w="2491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22"/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rect b="b" l="l" r="r" t="t"/>
                <a:pathLst>
                  <a:path extrusionOk="0" h="6341" w="3871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22"/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rect b="b" l="l" r="r" t="t"/>
                <a:pathLst>
                  <a:path extrusionOk="0" h="1926" w="1465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22"/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rect b="b" l="l" r="r" t="t"/>
                <a:pathLst>
                  <a:path extrusionOk="0" h="12095" w="15464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22"/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rect b="b" l="l" r="r" t="t"/>
                <a:pathLst>
                  <a:path extrusionOk="0" h="3955" w="3663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22"/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rect b="b" l="l" r="r" t="t"/>
                <a:pathLst>
                  <a:path extrusionOk="0" h="36555" w="42036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rgbClr val="A6CBC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8" name="Google Shape;318;p22"/>
            <p:cNvSpPr/>
            <p:nvPr/>
          </p:nvSpPr>
          <p:spPr>
            <a:xfrm>
              <a:off x="3216902" y="3020658"/>
              <a:ext cx="15456" cy="5959"/>
            </a:xfrm>
            <a:custGeom>
              <a:rect b="b" l="l" r="r" t="t"/>
              <a:pathLst>
                <a:path extrusionOk="0" h="524" w="1298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22"/>
            <p:cNvSpPr/>
            <p:nvPr/>
          </p:nvSpPr>
          <p:spPr>
            <a:xfrm>
              <a:off x="3243063" y="3010423"/>
              <a:ext cx="19695" cy="13340"/>
            </a:xfrm>
            <a:custGeom>
              <a:rect b="b" l="l" r="r" t="t"/>
              <a:pathLst>
                <a:path extrusionOk="0" h="1173" w="1654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22"/>
            <p:cNvSpPr/>
            <p:nvPr/>
          </p:nvSpPr>
          <p:spPr>
            <a:xfrm>
              <a:off x="3173297" y="2986859"/>
              <a:ext cx="73267" cy="24997"/>
            </a:xfrm>
            <a:custGeom>
              <a:rect b="b" l="l" r="r" t="t"/>
              <a:pathLst>
                <a:path extrusionOk="0" h="2198" w="6153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22"/>
            <p:cNvSpPr/>
            <p:nvPr/>
          </p:nvSpPr>
          <p:spPr>
            <a:xfrm>
              <a:off x="3371128" y="3527019"/>
              <a:ext cx="18695" cy="10247"/>
            </a:xfrm>
            <a:custGeom>
              <a:rect b="b" l="l" r="r" t="t"/>
              <a:pathLst>
                <a:path extrusionOk="0" h="901" w="157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22"/>
            <p:cNvSpPr/>
            <p:nvPr/>
          </p:nvSpPr>
          <p:spPr>
            <a:xfrm>
              <a:off x="3183264" y="3080853"/>
              <a:ext cx="38140" cy="16672"/>
            </a:xfrm>
            <a:custGeom>
              <a:rect b="b" l="l" r="r" t="t"/>
              <a:pathLst>
                <a:path extrusionOk="0" h="1466" w="3203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22"/>
            <p:cNvSpPr/>
            <p:nvPr/>
          </p:nvSpPr>
          <p:spPr>
            <a:xfrm>
              <a:off x="3163092" y="3070629"/>
              <a:ext cx="23172" cy="20709"/>
            </a:xfrm>
            <a:custGeom>
              <a:rect b="b" l="l" r="r" t="t"/>
              <a:pathLst>
                <a:path extrusionOk="0" h="1821" w="1946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2"/>
            <p:cNvSpPr/>
            <p:nvPr/>
          </p:nvSpPr>
          <p:spPr>
            <a:xfrm>
              <a:off x="3150875" y="3043494"/>
              <a:ext cx="32150" cy="30467"/>
            </a:xfrm>
            <a:custGeom>
              <a:rect b="b" l="l" r="r" t="t"/>
              <a:pathLst>
                <a:path extrusionOk="0" h="2679" w="270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2"/>
            <p:cNvSpPr/>
            <p:nvPr/>
          </p:nvSpPr>
          <p:spPr>
            <a:xfrm>
              <a:off x="3140409" y="3037308"/>
              <a:ext cx="43617" cy="20948"/>
            </a:xfrm>
            <a:custGeom>
              <a:rect b="b" l="l" r="r" t="t"/>
              <a:pathLst>
                <a:path extrusionOk="0" h="1842" w="3663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2"/>
            <p:cNvSpPr/>
            <p:nvPr/>
          </p:nvSpPr>
          <p:spPr>
            <a:xfrm>
              <a:off x="3134431" y="3048737"/>
              <a:ext cx="17206" cy="9519"/>
            </a:xfrm>
            <a:custGeom>
              <a:rect b="b" l="l" r="r" t="t"/>
              <a:pathLst>
                <a:path extrusionOk="0" h="837" w="1445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22"/>
            <p:cNvSpPr/>
            <p:nvPr/>
          </p:nvSpPr>
          <p:spPr>
            <a:xfrm>
              <a:off x="3142159" y="3021841"/>
              <a:ext cx="7978" cy="16672"/>
            </a:xfrm>
            <a:custGeom>
              <a:rect b="b" l="l" r="r" t="t"/>
              <a:pathLst>
                <a:path extrusionOk="0" h="1466" w="67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22"/>
            <p:cNvSpPr/>
            <p:nvPr/>
          </p:nvSpPr>
          <p:spPr>
            <a:xfrm>
              <a:off x="3120487" y="3025651"/>
              <a:ext cx="28411" cy="28568"/>
            </a:xfrm>
            <a:custGeom>
              <a:rect b="b" l="l" r="r" t="t"/>
              <a:pathLst>
                <a:path extrusionOk="0" h="2512" w="2386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22"/>
            <p:cNvSpPr/>
            <p:nvPr/>
          </p:nvSpPr>
          <p:spPr>
            <a:xfrm>
              <a:off x="2965761" y="2909287"/>
              <a:ext cx="196343" cy="138983"/>
            </a:xfrm>
            <a:custGeom>
              <a:rect b="b" l="l" r="r" t="t"/>
              <a:pathLst>
                <a:path extrusionOk="0" h="12221" w="16489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22"/>
            <p:cNvSpPr/>
            <p:nvPr/>
          </p:nvSpPr>
          <p:spPr>
            <a:xfrm>
              <a:off x="3378594" y="3107749"/>
              <a:ext cx="19445" cy="26657"/>
            </a:xfrm>
            <a:custGeom>
              <a:rect b="b" l="l" r="r" t="t"/>
              <a:pathLst>
                <a:path extrusionOk="0" h="2344" w="1633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22"/>
            <p:cNvSpPr/>
            <p:nvPr/>
          </p:nvSpPr>
          <p:spPr>
            <a:xfrm>
              <a:off x="3354434" y="3105122"/>
              <a:ext cx="27661" cy="28807"/>
            </a:xfrm>
            <a:custGeom>
              <a:rect b="b" l="l" r="r" t="t"/>
              <a:pathLst>
                <a:path extrusionOk="0" h="2533" w="2323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22"/>
            <p:cNvSpPr/>
            <p:nvPr/>
          </p:nvSpPr>
          <p:spPr>
            <a:xfrm>
              <a:off x="3331012" y="3088711"/>
              <a:ext cx="34639" cy="49743"/>
            </a:xfrm>
            <a:custGeom>
              <a:rect b="b" l="l" r="r" t="t"/>
              <a:pathLst>
                <a:path extrusionOk="0" h="4374" w="2909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22"/>
            <p:cNvSpPr/>
            <p:nvPr/>
          </p:nvSpPr>
          <p:spPr>
            <a:xfrm>
              <a:off x="3250041" y="3063487"/>
              <a:ext cx="91450" cy="78538"/>
            </a:xfrm>
            <a:custGeom>
              <a:rect b="b" l="l" r="r" t="t"/>
              <a:pathLst>
                <a:path extrusionOk="0" h="6906" w="768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22"/>
            <p:cNvSpPr/>
            <p:nvPr/>
          </p:nvSpPr>
          <p:spPr>
            <a:xfrm>
              <a:off x="3209425" y="3061815"/>
              <a:ext cx="82733" cy="112565"/>
            </a:xfrm>
            <a:custGeom>
              <a:rect b="b" l="l" r="r" t="t"/>
              <a:pathLst>
                <a:path extrusionOk="0" h="9898" w="6948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22"/>
            <p:cNvSpPr/>
            <p:nvPr/>
          </p:nvSpPr>
          <p:spPr>
            <a:xfrm>
              <a:off x="3195231" y="3136533"/>
              <a:ext cx="40867" cy="42852"/>
            </a:xfrm>
            <a:custGeom>
              <a:rect b="b" l="l" r="r" t="t"/>
              <a:pathLst>
                <a:path extrusionOk="0" h="3768" w="3432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22"/>
            <p:cNvSpPr/>
            <p:nvPr/>
          </p:nvSpPr>
          <p:spPr>
            <a:xfrm>
              <a:off x="3192980" y="3146290"/>
              <a:ext cx="88711" cy="124938"/>
            </a:xfrm>
            <a:custGeom>
              <a:rect b="b" l="l" r="r" t="t"/>
              <a:pathLst>
                <a:path extrusionOk="0" h="10986" w="745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22"/>
            <p:cNvSpPr/>
            <p:nvPr/>
          </p:nvSpPr>
          <p:spPr>
            <a:xfrm>
              <a:off x="3275452" y="3211250"/>
              <a:ext cx="85722" cy="91389"/>
            </a:xfrm>
            <a:custGeom>
              <a:rect b="b" l="l" r="r" t="t"/>
              <a:pathLst>
                <a:path extrusionOk="0" h="8036" w="7199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rgbClr val="FF6B6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22"/>
            <p:cNvSpPr/>
            <p:nvPr/>
          </p:nvSpPr>
          <p:spPr>
            <a:xfrm>
              <a:off x="3327273" y="3275982"/>
              <a:ext cx="58811" cy="59262"/>
            </a:xfrm>
            <a:custGeom>
              <a:rect b="b" l="l" r="r" t="t"/>
              <a:pathLst>
                <a:path extrusionOk="0" h="5211" w="4939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rgbClr val="A6CB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22"/>
            <p:cNvSpPr/>
            <p:nvPr/>
          </p:nvSpPr>
          <p:spPr>
            <a:xfrm>
              <a:off x="3363150" y="3352838"/>
              <a:ext cx="34889" cy="37848"/>
            </a:xfrm>
            <a:custGeom>
              <a:rect b="b" l="l" r="r" t="t"/>
              <a:pathLst>
                <a:path extrusionOk="0" h="3328" w="293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0" name="Google Shape;340;p22"/>
            <p:cNvGrpSpPr/>
            <p:nvPr/>
          </p:nvGrpSpPr>
          <p:grpSpPr>
            <a:xfrm>
              <a:off x="3280929" y="3294542"/>
              <a:ext cx="109894" cy="272224"/>
              <a:chOff x="2711750" y="3572300"/>
              <a:chExt cx="230725" cy="598425"/>
            </a:xfrm>
          </p:grpSpPr>
          <p:sp>
            <p:nvSpPr>
              <p:cNvPr id="341" name="Google Shape;341;p22"/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rect b="b" l="l" r="r" t="t"/>
                <a:pathLst>
                  <a:path extrusionOk="0" h="21552" w="9229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22"/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rect b="b" l="l" r="r" t="t"/>
                <a:pathLst>
                  <a:path extrusionOk="0" h="1444" w="2072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3" name="Google Shape;343;p22"/>
            <p:cNvSpPr/>
            <p:nvPr/>
          </p:nvSpPr>
          <p:spPr>
            <a:xfrm>
              <a:off x="4563295" y="2964728"/>
              <a:ext cx="12467" cy="27863"/>
            </a:xfrm>
            <a:custGeom>
              <a:rect b="b" l="l" r="r" t="t"/>
              <a:pathLst>
                <a:path extrusionOk="0" h="2450" w="1047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4" name="Google Shape;344;p22"/>
            <p:cNvGrpSpPr/>
            <p:nvPr/>
          </p:nvGrpSpPr>
          <p:grpSpPr>
            <a:xfrm>
              <a:off x="3790439" y="2408636"/>
              <a:ext cx="73017" cy="75684"/>
              <a:chOff x="3781475" y="1624825"/>
              <a:chExt cx="153300" cy="166375"/>
            </a:xfrm>
          </p:grpSpPr>
          <p:sp>
            <p:nvSpPr>
              <p:cNvPr id="345" name="Google Shape;345;p22"/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rect b="b" l="l" r="r" t="t"/>
                <a:pathLst>
                  <a:path extrusionOk="0" h="2428" w="3579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22"/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rect b="b" l="l" r="r" t="t"/>
                <a:pathLst>
                  <a:path extrusionOk="0" h="734" w="859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22"/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rect b="b" l="l" r="r" t="t"/>
                <a:pathLst>
                  <a:path extrusionOk="0" h="1737" w="1571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22"/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rect b="b" l="l" r="r" t="t"/>
                <a:pathLst>
                  <a:path extrusionOk="0" h="5651" w="4102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9" name="Google Shape;349;p22"/>
            <p:cNvSpPr/>
            <p:nvPr/>
          </p:nvSpPr>
          <p:spPr>
            <a:xfrm>
              <a:off x="4614379" y="2777935"/>
              <a:ext cx="83472" cy="139700"/>
            </a:xfrm>
            <a:custGeom>
              <a:rect b="b" l="l" r="r" t="t"/>
              <a:pathLst>
                <a:path extrusionOk="0" h="12284" w="701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22"/>
            <p:cNvSpPr/>
            <p:nvPr/>
          </p:nvSpPr>
          <p:spPr>
            <a:xfrm>
              <a:off x="4580490" y="2850992"/>
              <a:ext cx="28661" cy="38087"/>
            </a:xfrm>
            <a:custGeom>
              <a:rect b="b" l="l" r="r" t="t"/>
              <a:pathLst>
                <a:path extrusionOk="0" h="3349" w="2407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22"/>
            <p:cNvSpPr/>
            <p:nvPr/>
          </p:nvSpPr>
          <p:spPr>
            <a:xfrm>
              <a:off x="4566534" y="2807208"/>
              <a:ext cx="32650" cy="53553"/>
            </a:xfrm>
            <a:custGeom>
              <a:rect b="b" l="l" r="r" t="t"/>
              <a:pathLst>
                <a:path extrusionOk="0" h="4709" w="2742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22"/>
            <p:cNvSpPr/>
            <p:nvPr/>
          </p:nvSpPr>
          <p:spPr>
            <a:xfrm>
              <a:off x="4301938" y="2737722"/>
              <a:ext cx="211787" cy="95438"/>
            </a:xfrm>
            <a:custGeom>
              <a:rect b="b" l="l" r="r" t="t"/>
              <a:pathLst>
                <a:path extrusionOk="0" h="8392" w="17786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22"/>
            <p:cNvSpPr/>
            <p:nvPr/>
          </p:nvSpPr>
          <p:spPr>
            <a:xfrm>
              <a:off x="4718522" y="3165089"/>
              <a:ext cx="67277" cy="54986"/>
            </a:xfrm>
            <a:custGeom>
              <a:rect b="b" l="l" r="r" t="t"/>
              <a:pathLst>
                <a:path extrusionOk="0" h="4835" w="565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22"/>
            <p:cNvSpPr/>
            <p:nvPr/>
          </p:nvSpPr>
          <p:spPr>
            <a:xfrm>
              <a:off x="4567785" y="3016610"/>
              <a:ext cx="54822" cy="91389"/>
            </a:xfrm>
            <a:custGeom>
              <a:rect b="b" l="l" r="r" t="t"/>
              <a:pathLst>
                <a:path extrusionOk="0" h="8036" w="4604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5" name="Google Shape;355;p22"/>
            <p:cNvSpPr/>
            <p:nvPr/>
          </p:nvSpPr>
          <p:spPr>
            <a:xfrm>
              <a:off x="4595934" y="3205063"/>
              <a:ext cx="26673" cy="13340"/>
            </a:xfrm>
            <a:custGeom>
              <a:rect b="b" l="l" r="r" t="t"/>
              <a:pathLst>
                <a:path extrusionOk="0" h="1173" w="224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6" name="Google Shape;356;p22"/>
            <p:cNvGrpSpPr/>
            <p:nvPr/>
          </p:nvGrpSpPr>
          <p:grpSpPr>
            <a:xfrm>
              <a:off x="4403342" y="3107749"/>
              <a:ext cx="316680" cy="101374"/>
              <a:chOff x="5068275" y="3161675"/>
              <a:chExt cx="664875" cy="222850"/>
            </a:xfrm>
          </p:grpSpPr>
          <p:sp>
            <p:nvSpPr>
              <p:cNvPr id="357" name="Google Shape;357;p22"/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rect b="b" l="l" r="r" t="t"/>
                <a:pathLst>
                  <a:path extrusionOk="0" h="4312" w="3871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22"/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rect b="b" l="l" r="r" t="t"/>
                <a:pathLst>
                  <a:path extrusionOk="0" h="5253" w="5818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22"/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rect b="b" l="l" r="r" t="t"/>
                <a:pathLst>
                  <a:path extrusionOk="0" h="5190" w="5734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22"/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rect b="b" l="l" r="r" t="t"/>
                <a:pathLst>
                  <a:path extrusionOk="0" h="8872" w="17242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1" name="Google Shape;361;p22"/>
            <p:cNvSpPr/>
            <p:nvPr/>
          </p:nvSpPr>
          <p:spPr>
            <a:xfrm>
              <a:off x="4437231" y="3100607"/>
              <a:ext cx="29912" cy="37370"/>
            </a:xfrm>
            <a:custGeom>
              <a:rect b="b" l="l" r="r" t="t"/>
              <a:pathLst>
                <a:path extrusionOk="0" h="3286" w="2512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22"/>
            <p:cNvSpPr/>
            <p:nvPr/>
          </p:nvSpPr>
          <p:spPr>
            <a:xfrm>
              <a:off x="4503746" y="3099174"/>
              <a:ext cx="65289" cy="42135"/>
            </a:xfrm>
            <a:custGeom>
              <a:rect b="b" l="l" r="r" t="t"/>
              <a:pathLst>
                <a:path extrusionOk="0" h="3705" w="5483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22"/>
            <p:cNvSpPr/>
            <p:nvPr/>
          </p:nvSpPr>
          <p:spPr>
            <a:xfrm>
              <a:off x="4442708" y="2983061"/>
              <a:ext cx="56823" cy="104945"/>
            </a:xfrm>
            <a:custGeom>
              <a:rect b="b" l="l" r="r" t="t"/>
              <a:pathLst>
                <a:path extrusionOk="0" h="9228" w="4772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22"/>
            <p:cNvSpPr/>
            <p:nvPr/>
          </p:nvSpPr>
          <p:spPr>
            <a:xfrm>
              <a:off x="4450186" y="3045644"/>
              <a:ext cx="36139" cy="29750"/>
            </a:xfrm>
            <a:custGeom>
              <a:rect b="b" l="l" r="r" t="t"/>
              <a:pathLst>
                <a:path extrusionOk="0" h="2616" w="3035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5" name="Google Shape;365;p22"/>
            <p:cNvSpPr/>
            <p:nvPr/>
          </p:nvSpPr>
          <p:spPr>
            <a:xfrm>
              <a:off x="4429753" y="2990191"/>
              <a:ext cx="55822" cy="61650"/>
            </a:xfrm>
            <a:custGeom>
              <a:rect b="b" l="l" r="r" t="t"/>
              <a:pathLst>
                <a:path extrusionOk="0" h="5421" w="4688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22"/>
            <p:cNvSpPr/>
            <p:nvPr/>
          </p:nvSpPr>
          <p:spPr>
            <a:xfrm>
              <a:off x="4413309" y="3004475"/>
              <a:ext cx="58061" cy="103285"/>
            </a:xfrm>
            <a:custGeom>
              <a:rect b="b" l="l" r="r" t="t"/>
              <a:pathLst>
                <a:path extrusionOk="0" h="9082" w="4876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22"/>
            <p:cNvSpPr/>
            <p:nvPr/>
          </p:nvSpPr>
          <p:spPr>
            <a:xfrm>
              <a:off x="4375443" y="2948079"/>
              <a:ext cx="61050" cy="131125"/>
            </a:xfrm>
            <a:custGeom>
              <a:rect b="b" l="l" r="r" t="t"/>
              <a:pathLst>
                <a:path extrusionOk="0" h="11530" w="5127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22"/>
            <p:cNvSpPr/>
            <p:nvPr/>
          </p:nvSpPr>
          <p:spPr>
            <a:xfrm>
              <a:off x="4343054" y="2959975"/>
              <a:ext cx="35389" cy="43557"/>
            </a:xfrm>
            <a:custGeom>
              <a:rect b="b" l="l" r="r" t="t"/>
              <a:pathLst>
                <a:path extrusionOk="0" h="3830" w="2972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22"/>
            <p:cNvSpPr/>
            <p:nvPr/>
          </p:nvSpPr>
          <p:spPr>
            <a:xfrm>
              <a:off x="3793178" y="2712975"/>
              <a:ext cx="26423" cy="30945"/>
            </a:xfrm>
            <a:custGeom>
              <a:rect b="b" l="l" r="r" t="t"/>
              <a:pathLst>
                <a:path extrusionOk="0" h="2721" w="2219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22"/>
            <p:cNvSpPr/>
            <p:nvPr/>
          </p:nvSpPr>
          <p:spPr>
            <a:xfrm>
              <a:off x="3772256" y="2560208"/>
              <a:ext cx="138282" cy="153495"/>
            </a:xfrm>
            <a:custGeom>
              <a:rect b="b" l="l" r="r" t="t"/>
              <a:pathLst>
                <a:path extrusionOk="0" h="13497" w="11613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22"/>
            <p:cNvSpPr/>
            <p:nvPr/>
          </p:nvSpPr>
          <p:spPr>
            <a:xfrm>
              <a:off x="3810372" y="2589242"/>
              <a:ext cx="68528" cy="147786"/>
            </a:xfrm>
            <a:custGeom>
              <a:rect b="b" l="l" r="r" t="t"/>
              <a:pathLst>
                <a:path extrusionOk="0" h="12995" w="5755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22"/>
            <p:cNvSpPr/>
            <p:nvPr/>
          </p:nvSpPr>
          <p:spPr>
            <a:xfrm>
              <a:off x="3883127" y="2693471"/>
              <a:ext cx="27411" cy="23803"/>
            </a:xfrm>
            <a:custGeom>
              <a:rect b="b" l="l" r="r" t="t"/>
              <a:pathLst>
                <a:path extrusionOk="0" h="2093" w="2302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22"/>
            <p:cNvSpPr/>
            <p:nvPr/>
          </p:nvSpPr>
          <p:spPr>
            <a:xfrm>
              <a:off x="3870422" y="2710598"/>
              <a:ext cx="43605" cy="22620"/>
            </a:xfrm>
            <a:custGeom>
              <a:rect b="b" l="l" r="r" t="t"/>
              <a:pathLst>
                <a:path extrusionOk="0" h="1989" w="3662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22"/>
            <p:cNvSpPr/>
            <p:nvPr/>
          </p:nvSpPr>
          <p:spPr>
            <a:xfrm>
              <a:off x="3871910" y="2726065"/>
              <a:ext cx="33901" cy="23803"/>
            </a:xfrm>
            <a:custGeom>
              <a:rect b="b" l="l" r="r" t="t"/>
              <a:pathLst>
                <a:path extrusionOk="0" h="2093" w="2847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22"/>
            <p:cNvSpPr/>
            <p:nvPr/>
          </p:nvSpPr>
          <p:spPr>
            <a:xfrm>
              <a:off x="3888104" y="2727737"/>
              <a:ext cx="57573" cy="42601"/>
            </a:xfrm>
            <a:custGeom>
              <a:rect b="b" l="l" r="r" t="t"/>
              <a:pathLst>
                <a:path extrusionOk="0" h="3746" w="4835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22"/>
            <p:cNvSpPr/>
            <p:nvPr/>
          </p:nvSpPr>
          <p:spPr>
            <a:xfrm>
              <a:off x="3848488" y="2796972"/>
              <a:ext cx="39628" cy="24519"/>
            </a:xfrm>
            <a:custGeom>
              <a:rect b="b" l="l" r="r" t="t"/>
              <a:pathLst>
                <a:path extrusionOk="0" h="2156" w="3328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22"/>
            <p:cNvSpPr/>
            <p:nvPr/>
          </p:nvSpPr>
          <p:spPr>
            <a:xfrm>
              <a:off x="3851727" y="2789842"/>
              <a:ext cx="34151" cy="14284"/>
            </a:xfrm>
            <a:custGeom>
              <a:rect b="b" l="l" r="r" t="t"/>
              <a:pathLst>
                <a:path extrusionOk="0" h="1256" w="2868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22"/>
            <p:cNvSpPr/>
            <p:nvPr/>
          </p:nvSpPr>
          <p:spPr>
            <a:xfrm>
              <a:off x="3869672" y="2845760"/>
              <a:ext cx="12967" cy="23803"/>
            </a:xfrm>
            <a:custGeom>
              <a:rect b="b" l="l" r="r" t="t"/>
              <a:pathLst>
                <a:path extrusionOk="0" h="2093" w="1089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22"/>
            <p:cNvSpPr/>
            <p:nvPr/>
          </p:nvSpPr>
          <p:spPr>
            <a:xfrm>
              <a:off x="3863444" y="2836958"/>
              <a:ext cx="12467" cy="15000"/>
            </a:xfrm>
            <a:custGeom>
              <a:rect b="b" l="l" r="r" t="t"/>
              <a:pathLst>
                <a:path extrusionOk="0" h="1319" w="1047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22"/>
            <p:cNvSpPr/>
            <p:nvPr/>
          </p:nvSpPr>
          <p:spPr>
            <a:xfrm>
              <a:off x="3844761" y="2824346"/>
              <a:ext cx="25923" cy="21665"/>
            </a:xfrm>
            <a:custGeom>
              <a:rect b="b" l="l" r="r" t="t"/>
              <a:pathLst>
                <a:path extrusionOk="0" h="1905" w="2177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22"/>
            <p:cNvSpPr/>
            <p:nvPr/>
          </p:nvSpPr>
          <p:spPr>
            <a:xfrm>
              <a:off x="3830555" y="2811734"/>
              <a:ext cx="20195" cy="12146"/>
            </a:xfrm>
            <a:custGeom>
              <a:rect b="b" l="l" r="r" t="t"/>
              <a:pathLst>
                <a:path extrusionOk="0" h="1068" w="1696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22"/>
            <p:cNvSpPr/>
            <p:nvPr/>
          </p:nvSpPr>
          <p:spPr>
            <a:xfrm>
              <a:off x="3804645" y="2793401"/>
              <a:ext cx="47594" cy="21903"/>
            </a:xfrm>
            <a:custGeom>
              <a:rect b="b" l="l" r="r" t="t"/>
              <a:pathLst>
                <a:path extrusionOk="0" h="1926" w="3997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22"/>
            <p:cNvSpPr/>
            <p:nvPr/>
          </p:nvSpPr>
          <p:spPr>
            <a:xfrm>
              <a:off x="3831556" y="2741054"/>
              <a:ext cx="63038" cy="50699"/>
            </a:xfrm>
            <a:custGeom>
              <a:rect b="b" l="l" r="r" t="t"/>
              <a:pathLst>
                <a:path extrusionOk="0" h="4458" w="5294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22"/>
            <p:cNvSpPr/>
            <p:nvPr/>
          </p:nvSpPr>
          <p:spPr>
            <a:xfrm>
              <a:off x="3819089" y="2776036"/>
              <a:ext cx="50345" cy="20948"/>
            </a:xfrm>
            <a:custGeom>
              <a:rect b="b" l="l" r="r" t="t"/>
              <a:pathLst>
                <a:path extrusionOk="0" h="1842" w="4228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22"/>
            <p:cNvSpPr/>
            <p:nvPr/>
          </p:nvSpPr>
          <p:spPr>
            <a:xfrm>
              <a:off x="3779972" y="2741293"/>
              <a:ext cx="57323" cy="65449"/>
            </a:xfrm>
            <a:custGeom>
              <a:rect b="b" l="l" r="r" t="t"/>
              <a:pathLst>
                <a:path extrusionOk="0" h="5755" w="4814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22"/>
            <p:cNvSpPr/>
            <p:nvPr/>
          </p:nvSpPr>
          <p:spPr>
            <a:xfrm>
              <a:off x="3764778" y="2755577"/>
              <a:ext cx="24672" cy="21426"/>
            </a:xfrm>
            <a:custGeom>
              <a:rect b="b" l="l" r="r" t="t"/>
              <a:pathLst>
                <a:path extrusionOk="0" h="1884" w="2072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22"/>
            <p:cNvSpPr/>
            <p:nvPr/>
          </p:nvSpPr>
          <p:spPr>
            <a:xfrm>
              <a:off x="3762540" y="2773181"/>
              <a:ext cx="19445" cy="15956"/>
            </a:xfrm>
            <a:custGeom>
              <a:rect b="b" l="l" r="r" t="t"/>
              <a:pathLst>
                <a:path extrusionOk="0" h="1403" w="1633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22"/>
            <p:cNvSpPr/>
            <p:nvPr/>
          </p:nvSpPr>
          <p:spPr>
            <a:xfrm>
              <a:off x="3779484" y="2783894"/>
              <a:ext cx="4739" cy="6425"/>
            </a:xfrm>
            <a:custGeom>
              <a:rect b="b" l="l" r="r" t="t"/>
              <a:pathLst>
                <a:path extrusionOk="0" h="565" w="398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22"/>
            <p:cNvSpPr/>
            <p:nvPr/>
          </p:nvSpPr>
          <p:spPr>
            <a:xfrm>
              <a:off x="3681319" y="2737017"/>
              <a:ext cx="27661" cy="34982"/>
            </a:xfrm>
            <a:custGeom>
              <a:rect b="b" l="l" r="r" t="t"/>
              <a:pathLst>
                <a:path extrusionOk="0" h="3076" w="2323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0" name="Google Shape;390;p22"/>
            <p:cNvGrpSpPr/>
            <p:nvPr/>
          </p:nvGrpSpPr>
          <p:grpSpPr>
            <a:xfrm>
              <a:off x="3697513" y="2707266"/>
              <a:ext cx="59549" cy="79733"/>
              <a:chOff x="3586375" y="2281300"/>
              <a:chExt cx="125025" cy="175275"/>
            </a:xfrm>
          </p:grpSpPr>
          <p:sp>
            <p:nvSpPr>
              <p:cNvPr id="391" name="Google Shape;391;p22"/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rect b="b" l="l" r="r" t="t"/>
                <a:pathLst>
                  <a:path extrusionOk="0" h="7011" w="406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22"/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rect b="b" l="l" r="r" t="t"/>
                <a:pathLst>
                  <a:path extrusionOk="0" h="1005" w="1277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3" name="Google Shape;393;p22"/>
            <p:cNvSpPr/>
            <p:nvPr/>
          </p:nvSpPr>
          <p:spPr>
            <a:xfrm>
              <a:off x="4037841" y="3224817"/>
              <a:ext cx="52333" cy="93527"/>
            </a:xfrm>
            <a:custGeom>
              <a:rect b="b" l="l" r="r" t="t"/>
              <a:pathLst>
                <a:path extrusionOk="0" h="8224" w="4395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94" name="Google Shape;394;p22"/>
            <p:cNvGrpSpPr/>
            <p:nvPr/>
          </p:nvGrpSpPr>
          <p:grpSpPr>
            <a:xfrm>
              <a:off x="4513224" y="3221724"/>
              <a:ext cx="274563" cy="280321"/>
              <a:chOff x="5298975" y="3412225"/>
              <a:chExt cx="576450" cy="616225"/>
            </a:xfrm>
          </p:grpSpPr>
          <p:sp>
            <p:nvSpPr>
              <p:cNvPr id="395" name="Google Shape;395;p22"/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rect b="b" l="l" r="r" t="t"/>
                <a:pathLst>
                  <a:path extrusionOk="0" h="20611" w="23058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rgbClr val="A6CBC2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22"/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rect b="b" l="l" r="r" t="t"/>
                <a:pathLst>
                  <a:path extrusionOk="0" h="2847" w="2198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7" name="Google Shape;397;p22"/>
            <p:cNvGrpSpPr/>
            <p:nvPr/>
          </p:nvGrpSpPr>
          <p:grpSpPr>
            <a:xfrm>
              <a:off x="4824403" y="3421846"/>
              <a:ext cx="110132" cy="130647"/>
              <a:chOff x="5952300" y="3852150"/>
              <a:chExt cx="231225" cy="287200"/>
            </a:xfrm>
          </p:grpSpPr>
          <p:sp>
            <p:nvSpPr>
              <p:cNvPr id="398" name="Google Shape;398;p22"/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rect b="b" l="l" r="r" t="t"/>
                <a:pathLst>
                  <a:path extrusionOk="0" h="5713" w="5818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22"/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rect b="b" l="l" r="r" t="t"/>
                <a:pathLst>
                  <a:path extrusionOk="0" h="6843" w="3286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0" name="Google Shape;400;p22"/>
            <p:cNvSpPr/>
            <p:nvPr/>
          </p:nvSpPr>
          <p:spPr>
            <a:xfrm>
              <a:off x="3608564" y="2619698"/>
              <a:ext cx="60550" cy="35232"/>
            </a:xfrm>
            <a:custGeom>
              <a:rect b="b" l="l" r="r" t="t"/>
              <a:pathLst>
                <a:path extrusionOk="0" h="3098" w="5085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22"/>
            <p:cNvSpPr/>
            <p:nvPr/>
          </p:nvSpPr>
          <p:spPr>
            <a:xfrm>
              <a:off x="4188328" y="2704412"/>
              <a:ext cx="421823" cy="300791"/>
            </a:xfrm>
            <a:custGeom>
              <a:rect b="b" l="l" r="r" t="t"/>
              <a:pathLst>
                <a:path extrusionOk="0" h="26449" w="35425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22"/>
            <p:cNvSpPr/>
            <p:nvPr/>
          </p:nvSpPr>
          <p:spPr>
            <a:xfrm>
              <a:off x="4442708" y="2990191"/>
              <a:ext cx="762" cy="967"/>
            </a:xfrm>
            <a:custGeom>
              <a:rect b="b" l="l" r="r" t="t"/>
              <a:pathLst>
                <a:path extrusionOk="0" h="85" w="64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22"/>
            <p:cNvSpPr/>
            <p:nvPr/>
          </p:nvSpPr>
          <p:spPr>
            <a:xfrm>
              <a:off x="4434742" y="2997094"/>
              <a:ext cx="1250" cy="1205"/>
            </a:xfrm>
            <a:custGeom>
              <a:rect b="b" l="l" r="r" t="t"/>
              <a:pathLst>
                <a:path extrusionOk="0" h="106" w="105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22"/>
            <p:cNvSpPr/>
            <p:nvPr/>
          </p:nvSpPr>
          <p:spPr>
            <a:xfrm>
              <a:off x="4184339" y="2879787"/>
              <a:ext cx="2512" cy="728"/>
            </a:xfrm>
            <a:custGeom>
              <a:rect b="b" l="l" r="r" t="t"/>
              <a:pathLst>
                <a:path extrusionOk="0" h="64" w="211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22"/>
            <p:cNvSpPr/>
            <p:nvPr/>
          </p:nvSpPr>
          <p:spPr>
            <a:xfrm>
              <a:off x="4038591" y="2720356"/>
              <a:ext cx="260870" cy="130886"/>
            </a:xfrm>
            <a:custGeom>
              <a:rect b="b" l="l" r="r" t="t"/>
              <a:pathLst>
                <a:path extrusionOk="0" h="11509" w="21908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22"/>
            <p:cNvSpPr/>
            <p:nvPr/>
          </p:nvSpPr>
          <p:spPr>
            <a:xfrm>
              <a:off x="4105619" y="2816249"/>
              <a:ext cx="110383" cy="65688"/>
            </a:xfrm>
            <a:custGeom>
              <a:rect b="b" l="l" r="r" t="t"/>
              <a:pathLst>
                <a:path extrusionOk="0" h="5776" w="927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22"/>
            <p:cNvSpPr/>
            <p:nvPr/>
          </p:nvSpPr>
          <p:spPr>
            <a:xfrm>
              <a:off x="4085936" y="2839096"/>
              <a:ext cx="98666" cy="59262"/>
            </a:xfrm>
            <a:custGeom>
              <a:rect b="b" l="l" r="r" t="t"/>
              <a:pathLst>
                <a:path extrusionOk="0" h="5211" w="8286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8" name="Google Shape;408;p22"/>
            <p:cNvGrpSpPr/>
            <p:nvPr/>
          </p:nvGrpSpPr>
          <p:grpSpPr>
            <a:xfrm>
              <a:off x="4295710" y="3079670"/>
              <a:ext cx="14968" cy="27135"/>
              <a:chOff x="4842300" y="3099950"/>
              <a:chExt cx="31425" cy="59650"/>
            </a:xfrm>
          </p:grpSpPr>
          <p:sp>
            <p:nvSpPr>
              <p:cNvPr id="409" name="Google Shape;409;p22"/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rect b="b" l="l" r="r" t="t"/>
                <a:pathLst>
                  <a:path extrusionOk="0" h="273" w="85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22"/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rect b="b" l="l" r="r" t="t"/>
                <a:pathLst>
                  <a:path extrusionOk="0" h="2135" w="1257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22"/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rect b="b" l="l" r="r" t="t"/>
                <a:pathLst>
                  <a:path extrusionOk="0" h="189" w="21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22"/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rect b="b" l="l" r="r" t="t"/>
                <a:pathLst>
                  <a:path extrusionOk="0" h="252" w="315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3" name="Google Shape;413;p22"/>
            <p:cNvSpPr/>
            <p:nvPr/>
          </p:nvSpPr>
          <p:spPr>
            <a:xfrm>
              <a:off x="4210500" y="2911903"/>
              <a:ext cx="193104" cy="180152"/>
            </a:xfrm>
            <a:custGeom>
              <a:rect b="b" l="l" r="r" t="t"/>
              <a:pathLst>
                <a:path extrusionOk="0" h="15841" w="16217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22"/>
            <p:cNvSpPr/>
            <p:nvPr/>
          </p:nvSpPr>
          <p:spPr>
            <a:xfrm>
              <a:off x="4286244" y="2933329"/>
              <a:ext cx="56823" cy="29034"/>
            </a:xfrm>
            <a:custGeom>
              <a:rect b="b" l="l" r="r" t="t"/>
              <a:pathLst>
                <a:path extrusionOk="0" h="2553" w="4772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22"/>
            <p:cNvSpPr/>
            <p:nvPr/>
          </p:nvSpPr>
          <p:spPr>
            <a:xfrm>
              <a:off x="4155440" y="2884541"/>
              <a:ext cx="95439" cy="100431"/>
            </a:xfrm>
            <a:custGeom>
              <a:rect b="b" l="l" r="r" t="t"/>
              <a:pathLst>
                <a:path extrusionOk="0" h="8831" w="8015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22"/>
            <p:cNvSpPr/>
            <p:nvPr/>
          </p:nvSpPr>
          <p:spPr>
            <a:xfrm>
              <a:off x="4148462" y="2870746"/>
              <a:ext cx="91200" cy="72579"/>
            </a:xfrm>
            <a:custGeom>
              <a:rect b="b" l="l" r="r" t="t"/>
              <a:pathLst>
                <a:path extrusionOk="0" h="6382" w="7659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22"/>
            <p:cNvSpPr/>
            <p:nvPr/>
          </p:nvSpPr>
          <p:spPr>
            <a:xfrm>
              <a:off x="3884115" y="2761763"/>
              <a:ext cx="113133" cy="67348"/>
            </a:xfrm>
            <a:custGeom>
              <a:rect b="b" l="l" r="r" t="t"/>
              <a:pathLst>
                <a:path extrusionOk="0" h="5922" w="9501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22"/>
            <p:cNvSpPr/>
            <p:nvPr/>
          </p:nvSpPr>
          <p:spPr>
            <a:xfrm>
              <a:off x="3912027" y="2795073"/>
              <a:ext cx="23684" cy="25236"/>
            </a:xfrm>
            <a:custGeom>
              <a:rect b="b" l="l" r="r" t="t"/>
              <a:pathLst>
                <a:path extrusionOk="0" h="2219" w="1989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22"/>
            <p:cNvSpPr/>
            <p:nvPr/>
          </p:nvSpPr>
          <p:spPr>
            <a:xfrm>
              <a:off x="3874161" y="2799361"/>
              <a:ext cx="60800" cy="37131"/>
            </a:xfrm>
            <a:custGeom>
              <a:rect b="b" l="l" r="r" t="t"/>
              <a:pathLst>
                <a:path extrusionOk="0" h="3265" w="5106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22"/>
            <p:cNvSpPr/>
            <p:nvPr/>
          </p:nvSpPr>
          <p:spPr>
            <a:xfrm>
              <a:off x="3889355" y="2831954"/>
              <a:ext cx="39878" cy="24041"/>
            </a:xfrm>
            <a:custGeom>
              <a:rect b="b" l="l" r="r" t="t"/>
              <a:pathLst>
                <a:path extrusionOk="0" h="2114" w="3349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1" name="Google Shape;421;p22"/>
            <p:cNvGrpSpPr/>
            <p:nvPr/>
          </p:nvGrpSpPr>
          <p:grpSpPr>
            <a:xfrm>
              <a:off x="3831056" y="2816010"/>
              <a:ext cx="37378" cy="27612"/>
              <a:chOff x="3866750" y="2520350"/>
              <a:chExt cx="78475" cy="60700"/>
            </a:xfrm>
          </p:grpSpPr>
          <p:sp>
            <p:nvSpPr>
              <p:cNvPr id="422" name="Google Shape;422;p22"/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rect b="b" l="l" r="r" t="t"/>
                <a:pathLst>
                  <a:path extrusionOk="0" h="252" w="189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22"/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rect b="b" l="l" r="r" t="t"/>
                <a:pathLst>
                  <a:path extrusionOk="0" h="127" w="106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22"/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rect b="b" l="l" r="r" t="t"/>
                <a:pathLst>
                  <a:path extrusionOk="0" h="2428" w="3139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22"/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rect b="b" l="l" r="r" t="t"/>
                <a:pathLst>
                  <a:path extrusionOk="0" h="210" w="147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6" name="Google Shape;426;p22"/>
            <p:cNvSpPr/>
            <p:nvPr/>
          </p:nvSpPr>
          <p:spPr>
            <a:xfrm>
              <a:off x="3799155" y="2842190"/>
              <a:ext cx="6990" cy="13340"/>
            </a:xfrm>
            <a:custGeom>
              <a:rect b="b" l="l" r="r" t="t"/>
              <a:pathLst>
                <a:path extrusionOk="0" h="1173" w="587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22"/>
            <p:cNvSpPr/>
            <p:nvPr/>
          </p:nvSpPr>
          <p:spPr>
            <a:xfrm>
              <a:off x="3688535" y="2836242"/>
              <a:ext cx="76506" cy="61161"/>
            </a:xfrm>
            <a:custGeom>
              <a:rect b="b" l="l" r="r" t="t"/>
              <a:pathLst>
                <a:path extrusionOk="0" h="5378" w="6425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22"/>
            <p:cNvSpPr/>
            <p:nvPr/>
          </p:nvSpPr>
          <p:spPr>
            <a:xfrm>
              <a:off x="4036603" y="2865264"/>
              <a:ext cx="11967" cy="9064"/>
            </a:xfrm>
            <a:custGeom>
              <a:rect b="b" l="l" r="r" t="t"/>
              <a:pathLst>
                <a:path extrusionOk="0" h="797" w="1005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22"/>
            <p:cNvSpPr/>
            <p:nvPr/>
          </p:nvSpPr>
          <p:spPr>
            <a:xfrm>
              <a:off x="4033614" y="2866458"/>
              <a:ext cx="140532" cy="108039"/>
            </a:xfrm>
            <a:custGeom>
              <a:rect b="b" l="l" r="r" t="t"/>
              <a:pathLst>
                <a:path extrusionOk="0" h="9500" w="11802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22"/>
            <p:cNvSpPr/>
            <p:nvPr/>
          </p:nvSpPr>
          <p:spPr>
            <a:xfrm>
              <a:off x="4026636" y="2853369"/>
              <a:ext cx="24672" cy="20004"/>
            </a:xfrm>
            <a:custGeom>
              <a:rect b="b" l="l" r="r" t="t"/>
              <a:pathLst>
                <a:path extrusionOk="0" h="1759" w="2072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22"/>
            <p:cNvSpPr/>
            <p:nvPr/>
          </p:nvSpPr>
          <p:spPr>
            <a:xfrm>
              <a:off x="3915766" y="2848615"/>
              <a:ext cx="124088" cy="48788"/>
            </a:xfrm>
            <a:custGeom>
              <a:rect b="b" l="l" r="r" t="t"/>
              <a:pathLst>
                <a:path extrusionOk="0" h="4290" w="10421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22"/>
            <p:cNvSpPr/>
            <p:nvPr/>
          </p:nvSpPr>
          <p:spPr>
            <a:xfrm>
              <a:off x="3914265" y="2848854"/>
              <a:ext cx="18945" cy="15956"/>
            </a:xfrm>
            <a:custGeom>
              <a:rect b="b" l="l" r="r" t="t"/>
              <a:pathLst>
                <a:path extrusionOk="0" h="1403" w="1591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22"/>
            <p:cNvSpPr/>
            <p:nvPr/>
          </p:nvSpPr>
          <p:spPr>
            <a:xfrm>
              <a:off x="4004703" y="2885735"/>
              <a:ext cx="66539" cy="61161"/>
            </a:xfrm>
            <a:custGeom>
              <a:rect b="b" l="l" r="r" t="t"/>
              <a:pathLst>
                <a:path extrusionOk="0" h="5378" w="5588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22"/>
            <p:cNvSpPr/>
            <p:nvPr/>
          </p:nvSpPr>
          <p:spPr>
            <a:xfrm>
              <a:off x="4059025" y="2939277"/>
              <a:ext cx="11967" cy="11668"/>
            </a:xfrm>
            <a:custGeom>
              <a:rect b="b" l="l" r="r" t="t"/>
              <a:pathLst>
                <a:path extrusionOk="0" h="1026" w="1005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22"/>
            <p:cNvSpPr/>
            <p:nvPr/>
          </p:nvSpPr>
          <p:spPr>
            <a:xfrm>
              <a:off x="3959359" y="2899768"/>
              <a:ext cx="15468" cy="8347"/>
            </a:xfrm>
            <a:custGeom>
              <a:rect b="b" l="l" r="r" t="t"/>
              <a:pathLst>
                <a:path extrusionOk="0" h="734" w="1299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22"/>
            <p:cNvSpPr/>
            <p:nvPr/>
          </p:nvSpPr>
          <p:spPr>
            <a:xfrm>
              <a:off x="3982281" y="2887395"/>
              <a:ext cx="42867" cy="36426"/>
            </a:xfrm>
            <a:custGeom>
              <a:rect b="b" l="l" r="r" t="t"/>
              <a:pathLst>
                <a:path extrusionOk="0" h="3203" w="360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22"/>
            <p:cNvSpPr/>
            <p:nvPr/>
          </p:nvSpPr>
          <p:spPr>
            <a:xfrm>
              <a:off x="3973565" y="2916668"/>
              <a:ext cx="10479" cy="29045"/>
            </a:xfrm>
            <a:custGeom>
              <a:rect b="b" l="l" r="r" t="t"/>
              <a:pathLst>
                <a:path extrusionOk="0" h="2554" w="88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22"/>
            <p:cNvSpPr/>
            <p:nvPr/>
          </p:nvSpPr>
          <p:spPr>
            <a:xfrm>
              <a:off x="3982781" y="2916668"/>
              <a:ext cx="2751" cy="5959"/>
            </a:xfrm>
            <a:custGeom>
              <a:rect b="b" l="l" r="r" t="t"/>
              <a:pathLst>
                <a:path extrusionOk="0" h="524" w="231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22"/>
            <p:cNvSpPr/>
            <p:nvPr/>
          </p:nvSpPr>
          <p:spPr>
            <a:xfrm>
              <a:off x="3979792" y="2923093"/>
              <a:ext cx="3751" cy="8336"/>
            </a:xfrm>
            <a:custGeom>
              <a:rect b="b" l="l" r="r" t="t"/>
              <a:pathLst>
                <a:path extrusionOk="0" h="733" w="315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22"/>
            <p:cNvSpPr/>
            <p:nvPr/>
          </p:nvSpPr>
          <p:spPr>
            <a:xfrm>
              <a:off x="3979792" y="2907627"/>
              <a:ext cx="8978" cy="10713"/>
            </a:xfrm>
            <a:custGeom>
              <a:rect b="b" l="l" r="r" t="t"/>
              <a:pathLst>
                <a:path extrusionOk="0" h="942" w="754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22"/>
            <p:cNvSpPr/>
            <p:nvPr/>
          </p:nvSpPr>
          <p:spPr>
            <a:xfrm>
              <a:off x="3980292" y="2915952"/>
              <a:ext cx="27661" cy="32616"/>
            </a:xfrm>
            <a:custGeom>
              <a:rect b="b" l="l" r="r" t="t"/>
              <a:pathLst>
                <a:path extrusionOk="0" h="2868" w="2323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22"/>
            <p:cNvSpPr/>
            <p:nvPr/>
          </p:nvSpPr>
          <p:spPr>
            <a:xfrm>
              <a:off x="3979792" y="2924515"/>
              <a:ext cx="142521" cy="114714"/>
            </a:xfrm>
            <a:custGeom>
              <a:rect b="b" l="l" r="r" t="t"/>
              <a:pathLst>
                <a:path extrusionOk="0" h="10087" w="11969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rgbClr val="FF6B6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22"/>
            <p:cNvSpPr/>
            <p:nvPr/>
          </p:nvSpPr>
          <p:spPr>
            <a:xfrm>
              <a:off x="4089663" y="2967116"/>
              <a:ext cx="5251" cy="10952"/>
            </a:xfrm>
            <a:custGeom>
              <a:rect b="b" l="l" r="r" t="t"/>
              <a:pathLst>
                <a:path extrusionOk="0" h="963" w="441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22"/>
            <p:cNvSpPr/>
            <p:nvPr/>
          </p:nvSpPr>
          <p:spPr>
            <a:xfrm>
              <a:off x="4095152" y="2967833"/>
              <a:ext cx="32900" cy="24758"/>
            </a:xfrm>
            <a:custGeom>
              <a:rect b="b" l="l" r="r" t="t"/>
              <a:pathLst>
                <a:path extrusionOk="0" h="2177" w="2763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22"/>
            <p:cNvSpPr/>
            <p:nvPr/>
          </p:nvSpPr>
          <p:spPr>
            <a:xfrm>
              <a:off x="4101380" y="2973303"/>
              <a:ext cx="51583" cy="60684"/>
            </a:xfrm>
            <a:custGeom>
              <a:rect b="b" l="l" r="r" t="t"/>
              <a:pathLst>
                <a:path extrusionOk="0" h="5336" w="4332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22"/>
            <p:cNvSpPr/>
            <p:nvPr/>
          </p:nvSpPr>
          <p:spPr>
            <a:xfrm>
              <a:off x="4124802" y="2964728"/>
              <a:ext cx="2751" cy="5971"/>
            </a:xfrm>
            <a:custGeom>
              <a:rect b="b" l="l" r="r" t="t"/>
              <a:pathLst>
                <a:path extrusionOk="0" h="525" w="231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22"/>
            <p:cNvSpPr/>
            <p:nvPr/>
          </p:nvSpPr>
          <p:spPr>
            <a:xfrm>
              <a:off x="4037591" y="3015893"/>
              <a:ext cx="73267" cy="45456"/>
            </a:xfrm>
            <a:custGeom>
              <a:rect b="b" l="l" r="r" t="t"/>
              <a:pathLst>
                <a:path extrusionOk="0" h="3997" w="6153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22"/>
            <p:cNvSpPr/>
            <p:nvPr/>
          </p:nvSpPr>
          <p:spPr>
            <a:xfrm>
              <a:off x="3911526" y="2929280"/>
              <a:ext cx="85972" cy="69020"/>
            </a:xfrm>
            <a:custGeom>
              <a:rect b="b" l="l" r="r" t="t"/>
              <a:pathLst>
                <a:path extrusionOk="0" h="6069" w="722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22"/>
            <p:cNvSpPr/>
            <p:nvPr/>
          </p:nvSpPr>
          <p:spPr>
            <a:xfrm>
              <a:off x="3896332" y="2997572"/>
              <a:ext cx="113621" cy="124461"/>
            </a:xfrm>
            <a:custGeom>
              <a:rect b="b" l="l" r="r" t="t"/>
              <a:pathLst>
                <a:path extrusionOk="0" h="10944" w="9542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22"/>
            <p:cNvSpPr/>
            <p:nvPr/>
          </p:nvSpPr>
          <p:spPr>
            <a:xfrm>
              <a:off x="3973815" y="3045871"/>
              <a:ext cx="104655" cy="75923"/>
            </a:xfrm>
            <a:custGeom>
              <a:rect b="b" l="l" r="r" t="t"/>
              <a:pathLst>
                <a:path extrusionOk="0" h="6676" w="8789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22"/>
            <p:cNvSpPr/>
            <p:nvPr/>
          </p:nvSpPr>
          <p:spPr>
            <a:xfrm>
              <a:off x="3996236" y="3024695"/>
              <a:ext cx="46106" cy="39042"/>
            </a:xfrm>
            <a:custGeom>
              <a:rect b="b" l="l" r="r" t="t"/>
              <a:pathLst>
                <a:path extrusionOk="0" h="3433" w="3872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22"/>
            <p:cNvSpPr/>
            <p:nvPr/>
          </p:nvSpPr>
          <p:spPr>
            <a:xfrm>
              <a:off x="4033614" y="3061110"/>
              <a:ext cx="10467" cy="11907"/>
            </a:xfrm>
            <a:custGeom>
              <a:rect b="b" l="l" r="r" t="t"/>
              <a:pathLst>
                <a:path extrusionOk="0" h="1047" w="879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22"/>
            <p:cNvSpPr/>
            <p:nvPr/>
          </p:nvSpPr>
          <p:spPr>
            <a:xfrm>
              <a:off x="4029125" y="3065864"/>
              <a:ext cx="70516" cy="89240"/>
            </a:xfrm>
            <a:custGeom>
              <a:rect b="b" l="l" r="r" t="t"/>
              <a:pathLst>
                <a:path extrusionOk="0" h="7847" w="5922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22"/>
            <p:cNvSpPr/>
            <p:nvPr/>
          </p:nvSpPr>
          <p:spPr>
            <a:xfrm>
              <a:off x="3978054" y="3108693"/>
              <a:ext cx="57811" cy="66882"/>
            </a:xfrm>
            <a:custGeom>
              <a:rect b="b" l="l" r="r" t="t"/>
              <a:pathLst>
                <a:path extrusionOk="0" h="5881" w="4855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rgbClr val="FF6B6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22"/>
            <p:cNvSpPr/>
            <p:nvPr/>
          </p:nvSpPr>
          <p:spPr>
            <a:xfrm>
              <a:off x="3963598" y="3151999"/>
              <a:ext cx="5239" cy="11"/>
            </a:xfrm>
            <a:custGeom>
              <a:rect b="b" l="l" r="r" t="t"/>
              <a:pathLst>
                <a:path extrusionOk="0" h="1" w="44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22"/>
            <p:cNvSpPr/>
            <p:nvPr/>
          </p:nvSpPr>
          <p:spPr>
            <a:xfrm>
              <a:off x="3949392" y="3117029"/>
              <a:ext cx="39878" cy="37609"/>
            </a:xfrm>
            <a:custGeom>
              <a:rect b="b" l="l" r="r" t="t"/>
              <a:pathLst>
                <a:path extrusionOk="0" h="3307" w="3349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22"/>
            <p:cNvSpPr/>
            <p:nvPr/>
          </p:nvSpPr>
          <p:spPr>
            <a:xfrm>
              <a:off x="3845999" y="3071334"/>
              <a:ext cx="89711" cy="57841"/>
            </a:xfrm>
            <a:custGeom>
              <a:rect b="b" l="l" r="r" t="t"/>
              <a:pathLst>
                <a:path extrusionOk="0" h="5086" w="7534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22"/>
            <p:cNvSpPr/>
            <p:nvPr/>
          </p:nvSpPr>
          <p:spPr>
            <a:xfrm>
              <a:off x="3809372" y="2919523"/>
              <a:ext cx="106405" cy="94483"/>
            </a:xfrm>
            <a:custGeom>
              <a:rect b="b" l="l" r="r" t="t"/>
              <a:pathLst>
                <a:path extrusionOk="0" h="8308" w="8936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22"/>
            <p:cNvSpPr/>
            <p:nvPr/>
          </p:nvSpPr>
          <p:spPr>
            <a:xfrm>
              <a:off x="3795917" y="2888589"/>
              <a:ext cx="27173" cy="50699"/>
            </a:xfrm>
            <a:custGeom>
              <a:rect b="b" l="l" r="r" t="t"/>
              <a:pathLst>
                <a:path extrusionOk="0" h="4458" w="2282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22"/>
            <p:cNvSpPr/>
            <p:nvPr/>
          </p:nvSpPr>
          <p:spPr>
            <a:xfrm>
              <a:off x="3689035" y="2890250"/>
              <a:ext cx="138044" cy="127554"/>
            </a:xfrm>
            <a:custGeom>
              <a:rect b="b" l="l" r="r" t="t"/>
              <a:pathLst>
                <a:path extrusionOk="0" h="11216" w="11593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22"/>
            <p:cNvSpPr/>
            <p:nvPr/>
          </p:nvSpPr>
          <p:spPr>
            <a:xfrm>
              <a:off x="3661636" y="2898825"/>
              <a:ext cx="79733" cy="60206"/>
            </a:xfrm>
            <a:custGeom>
              <a:rect b="b" l="l" r="r" t="t"/>
              <a:pathLst>
                <a:path extrusionOk="0" h="5294" w="6696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22"/>
            <p:cNvSpPr/>
            <p:nvPr/>
          </p:nvSpPr>
          <p:spPr>
            <a:xfrm>
              <a:off x="3632974" y="2958780"/>
              <a:ext cx="56573" cy="43318"/>
            </a:xfrm>
            <a:custGeom>
              <a:rect b="b" l="l" r="r" t="t"/>
              <a:pathLst>
                <a:path extrusionOk="0" h="3809" w="4751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22"/>
            <p:cNvSpPr/>
            <p:nvPr/>
          </p:nvSpPr>
          <p:spPr>
            <a:xfrm>
              <a:off x="3632736" y="2960691"/>
              <a:ext cx="81233" cy="85430"/>
            </a:xfrm>
            <a:custGeom>
              <a:rect b="b" l="l" r="r" t="t"/>
              <a:pathLst>
                <a:path extrusionOk="0" h="7512" w="6822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22"/>
            <p:cNvSpPr/>
            <p:nvPr/>
          </p:nvSpPr>
          <p:spPr>
            <a:xfrm>
              <a:off x="3665125" y="2976874"/>
              <a:ext cx="112121" cy="99236"/>
            </a:xfrm>
            <a:custGeom>
              <a:rect b="b" l="l" r="r" t="t"/>
              <a:pathLst>
                <a:path extrusionOk="0" h="8726" w="9416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22"/>
            <p:cNvSpPr/>
            <p:nvPr/>
          </p:nvSpPr>
          <p:spPr>
            <a:xfrm>
              <a:off x="3712457" y="3043733"/>
              <a:ext cx="51833" cy="35948"/>
            </a:xfrm>
            <a:custGeom>
              <a:rect b="b" l="l" r="r" t="t"/>
              <a:pathLst>
                <a:path extrusionOk="0" h="3161" w="4353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22"/>
            <p:cNvSpPr/>
            <p:nvPr/>
          </p:nvSpPr>
          <p:spPr>
            <a:xfrm>
              <a:off x="3628997" y="3033259"/>
              <a:ext cx="44355" cy="30956"/>
            </a:xfrm>
            <a:custGeom>
              <a:rect b="b" l="l" r="r" t="t"/>
              <a:pathLst>
                <a:path extrusionOk="0" h="2722" w="3725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22"/>
            <p:cNvSpPr/>
            <p:nvPr/>
          </p:nvSpPr>
          <p:spPr>
            <a:xfrm>
              <a:off x="3633975" y="3059916"/>
              <a:ext cx="21195" cy="12146"/>
            </a:xfrm>
            <a:custGeom>
              <a:rect b="b" l="l" r="r" t="t"/>
              <a:pathLst>
                <a:path extrusionOk="0" h="1068" w="178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8" name="Google Shape;468;p22"/>
            <p:cNvGrpSpPr/>
            <p:nvPr/>
          </p:nvGrpSpPr>
          <p:grpSpPr>
            <a:xfrm>
              <a:off x="3632736" y="3051591"/>
              <a:ext cx="63288" cy="45217"/>
              <a:chOff x="3450375" y="3038225"/>
              <a:chExt cx="132875" cy="99400"/>
            </a:xfrm>
          </p:grpSpPr>
          <p:sp>
            <p:nvSpPr>
              <p:cNvPr id="469" name="Google Shape;469;p22"/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rect b="b" l="l" r="r" t="t"/>
                <a:pathLst>
                  <a:path extrusionOk="0" h="545" w="1842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22"/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rect b="b" l="l" r="r" t="t"/>
                <a:pathLst>
                  <a:path extrusionOk="0" h="3244" w="4081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1" name="Google Shape;471;p22"/>
            <p:cNvSpPr/>
            <p:nvPr/>
          </p:nvSpPr>
          <p:spPr>
            <a:xfrm>
              <a:off x="3657897" y="3077759"/>
              <a:ext cx="19195" cy="21903"/>
            </a:xfrm>
            <a:custGeom>
              <a:rect b="b" l="l" r="r" t="t"/>
              <a:pathLst>
                <a:path extrusionOk="0" h="1926" w="1612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22"/>
            <p:cNvSpPr/>
            <p:nvPr/>
          </p:nvSpPr>
          <p:spPr>
            <a:xfrm>
              <a:off x="3670352" y="3087756"/>
              <a:ext cx="27911" cy="28568"/>
            </a:xfrm>
            <a:custGeom>
              <a:rect b="b" l="l" r="r" t="t"/>
              <a:pathLst>
                <a:path extrusionOk="0" h="2512" w="2344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22"/>
            <p:cNvSpPr/>
            <p:nvPr/>
          </p:nvSpPr>
          <p:spPr>
            <a:xfrm>
              <a:off x="3689785" y="3073722"/>
              <a:ext cx="42617" cy="42840"/>
            </a:xfrm>
            <a:custGeom>
              <a:rect b="b" l="l" r="r" t="t"/>
              <a:pathLst>
                <a:path extrusionOk="0" h="3767" w="3579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22"/>
            <p:cNvSpPr/>
            <p:nvPr/>
          </p:nvSpPr>
          <p:spPr>
            <a:xfrm>
              <a:off x="3726412" y="3070151"/>
              <a:ext cx="29161" cy="43557"/>
            </a:xfrm>
            <a:custGeom>
              <a:rect b="b" l="l" r="r" t="t"/>
              <a:pathLst>
                <a:path extrusionOk="0" h="3830" w="2449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22"/>
            <p:cNvSpPr/>
            <p:nvPr/>
          </p:nvSpPr>
          <p:spPr>
            <a:xfrm>
              <a:off x="3746846" y="3070151"/>
              <a:ext cx="13956" cy="35459"/>
            </a:xfrm>
            <a:custGeom>
              <a:rect b="b" l="l" r="r" t="t"/>
              <a:pathLst>
                <a:path extrusionOk="0" h="3118" w="1172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22"/>
            <p:cNvSpPr/>
            <p:nvPr/>
          </p:nvSpPr>
          <p:spPr>
            <a:xfrm>
              <a:off x="3754312" y="3061110"/>
              <a:ext cx="21445" cy="42840"/>
            </a:xfrm>
            <a:custGeom>
              <a:rect b="b" l="l" r="r" t="t"/>
              <a:pathLst>
                <a:path extrusionOk="0" h="3767" w="1801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22"/>
            <p:cNvSpPr/>
            <p:nvPr/>
          </p:nvSpPr>
          <p:spPr>
            <a:xfrm>
              <a:off x="3838283" y="2987337"/>
              <a:ext cx="71755" cy="108994"/>
            </a:xfrm>
            <a:custGeom>
              <a:rect b="b" l="l" r="r" t="t"/>
              <a:pathLst>
                <a:path extrusionOk="0" h="9584" w="6026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22"/>
            <p:cNvSpPr/>
            <p:nvPr/>
          </p:nvSpPr>
          <p:spPr>
            <a:xfrm>
              <a:off x="3829555" y="3057778"/>
              <a:ext cx="2251" cy="1194"/>
            </a:xfrm>
            <a:custGeom>
              <a:rect b="b" l="l" r="r" t="t"/>
              <a:pathLst>
                <a:path extrusionOk="0" h="105" w="189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22"/>
            <p:cNvSpPr/>
            <p:nvPr/>
          </p:nvSpPr>
          <p:spPr>
            <a:xfrm>
              <a:off x="3749584" y="2988770"/>
              <a:ext cx="104905" cy="77822"/>
            </a:xfrm>
            <a:custGeom>
              <a:rect b="b" l="l" r="r" t="t"/>
              <a:pathLst>
                <a:path extrusionOk="0" h="6843" w="881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rgbClr val="A6CB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22"/>
            <p:cNvSpPr/>
            <p:nvPr/>
          </p:nvSpPr>
          <p:spPr>
            <a:xfrm>
              <a:off x="3767267" y="3053013"/>
              <a:ext cx="78744" cy="64493"/>
            </a:xfrm>
            <a:custGeom>
              <a:rect b="b" l="l" r="r" t="t"/>
              <a:pathLst>
                <a:path extrusionOk="0" h="5671" w="6613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22"/>
            <p:cNvSpPr/>
            <p:nvPr/>
          </p:nvSpPr>
          <p:spPr>
            <a:xfrm>
              <a:off x="3805645" y="3058722"/>
              <a:ext cx="52322" cy="74968"/>
            </a:xfrm>
            <a:custGeom>
              <a:rect b="b" l="l" r="r" t="t"/>
              <a:pathLst>
                <a:path extrusionOk="0" h="6592" w="4394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22"/>
            <p:cNvSpPr/>
            <p:nvPr/>
          </p:nvSpPr>
          <p:spPr>
            <a:xfrm>
              <a:off x="3805883" y="3130585"/>
              <a:ext cx="39378" cy="40702"/>
            </a:xfrm>
            <a:custGeom>
              <a:rect b="b" l="l" r="r" t="t"/>
              <a:pathLst>
                <a:path extrusionOk="0" h="3579" w="3307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22"/>
            <p:cNvSpPr/>
            <p:nvPr/>
          </p:nvSpPr>
          <p:spPr>
            <a:xfrm>
              <a:off x="3809622" y="3131301"/>
              <a:ext cx="13967" cy="8575"/>
            </a:xfrm>
            <a:custGeom>
              <a:rect b="b" l="l" r="r" t="t"/>
              <a:pathLst>
                <a:path extrusionOk="0" h="754" w="1173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22"/>
            <p:cNvSpPr/>
            <p:nvPr/>
          </p:nvSpPr>
          <p:spPr>
            <a:xfrm>
              <a:off x="3822327" y="3120122"/>
              <a:ext cx="52834" cy="59023"/>
            </a:xfrm>
            <a:custGeom>
              <a:rect b="b" l="l" r="r" t="t"/>
              <a:pathLst>
                <a:path extrusionOk="0" h="5190" w="4437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22"/>
            <p:cNvSpPr/>
            <p:nvPr/>
          </p:nvSpPr>
          <p:spPr>
            <a:xfrm>
              <a:off x="3828067" y="3174369"/>
              <a:ext cx="7478" cy="9769"/>
            </a:xfrm>
            <a:custGeom>
              <a:rect b="b" l="l" r="r" t="t"/>
              <a:pathLst>
                <a:path extrusionOk="0" h="859" w="628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22"/>
            <p:cNvSpPr/>
            <p:nvPr/>
          </p:nvSpPr>
          <p:spPr>
            <a:xfrm>
              <a:off x="3947654" y="3151533"/>
              <a:ext cx="76994" cy="74956"/>
            </a:xfrm>
            <a:custGeom>
              <a:rect b="b" l="l" r="r" t="t"/>
              <a:pathLst>
                <a:path extrusionOk="0" h="6591" w="6466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22"/>
            <p:cNvSpPr/>
            <p:nvPr/>
          </p:nvSpPr>
          <p:spPr>
            <a:xfrm>
              <a:off x="3945415" y="3152954"/>
              <a:ext cx="13956" cy="10963"/>
            </a:xfrm>
            <a:custGeom>
              <a:rect b="b" l="l" r="r" t="t"/>
              <a:pathLst>
                <a:path extrusionOk="0" h="964" w="1172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22"/>
            <p:cNvSpPr/>
            <p:nvPr/>
          </p:nvSpPr>
          <p:spPr>
            <a:xfrm>
              <a:off x="3945415" y="3159380"/>
              <a:ext cx="13706" cy="15956"/>
            </a:xfrm>
            <a:custGeom>
              <a:rect b="b" l="l" r="r" t="t"/>
              <a:pathLst>
                <a:path extrusionOk="0" h="1403" w="1151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22"/>
            <p:cNvSpPr/>
            <p:nvPr/>
          </p:nvSpPr>
          <p:spPr>
            <a:xfrm>
              <a:off x="3829055" y="3110126"/>
              <a:ext cx="131316" cy="124222"/>
            </a:xfrm>
            <a:custGeom>
              <a:rect b="b" l="l" r="r" t="t"/>
              <a:pathLst>
                <a:path extrusionOk="0" h="10923" w="11028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rgbClr val="A6CB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22"/>
            <p:cNvSpPr/>
            <p:nvPr/>
          </p:nvSpPr>
          <p:spPr>
            <a:xfrm>
              <a:off x="3970326" y="3207451"/>
              <a:ext cx="21934" cy="52837"/>
            </a:xfrm>
            <a:custGeom>
              <a:rect b="b" l="l" r="r" t="t"/>
              <a:pathLst>
                <a:path extrusionOk="0" h="4646" w="1842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22"/>
            <p:cNvSpPr/>
            <p:nvPr/>
          </p:nvSpPr>
          <p:spPr>
            <a:xfrm>
              <a:off x="3895082" y="3199593"/>
              <a:ext cx="81233" cy="66165"/>
            </a:xfrm>
            <a:custGeom>
              <a:rect b="b" l="l" r="r" t="t"/>
              <a:pathLst>
                <a:path extrusionOk="0" h="5818" w="6822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22"/>
            <p:cNvSpPr/>
            <p:nvPr/>
          </p:nvSpPr>
          <p:spPr>
            <a:xfrm>
              <a:off x="3824328" y="3184365"/>
              <a:ext cx="86210" cy="81393"/>
            </a:xfrm>
            <a:custGeom>
              <a:rect b="b" l="l" r="r" t="t"/>
              <a:pathLst>
                <a:path extrusionOk="0" h="7157" w="724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22"/>
            <p:cNvSpPr/>
            <p:nvPr/>
          </p:nvSpPr>
          <p:spPr>
            <a:xfrm>
              <a:off x="3916754" y="3249086"/>
              <a:ext cx="53834" cy="46889"/>
            </a:xfrm>
            <a:custGeom>
              <a:rect b="b" l="l" r="r" t="t"/>
              <a:pathLst>
                <a:path extrusionOk="0" h="4123" w="4521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22"/>
            <p:cNvSpPr/>
            <p:nvPr/>
          </p:nvSpPr>
          <p:spPr>
            <a:xfrm>
              <a:off x="3879638" y="3263609"/>
              <a:ext cx="64539" cy="61639"/>
            </a:xfrm>
            <a:custGeom>
              <a:rect b="b" l="l" r="r" t="t"/>
              <a:pathLst>
                <a:path extrusionOk="0" h="5420" w="542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22"/>
            <p:cNvSpPr/>
            <p:nvPr/>
          </p:nvSpPr>
          <p:spPr>
            <a:xfrm>
              <a:off x="3824578" y="3257889"/>
              <a:ext cx="92188" cy="82826"/>
            </a:xfrm>
            <a:custGeom>
              <a:rect b="b" l="l" r="r" t="t"/>
              <a:pathLst>
                <a:path extrusionOk="0" h="7283" w="7742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rgbClr val="FF6B6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22"/>
            <p:cNvSpPr/>
            <p:nvPr/>
          </p:nvSpPr>
          <p:spPr>
            <a:xfrm>
              <a:off x="3953131" y="3215060"/>
              <a:ext cx="71767" cy="110427"/>
            </a:xfrm>
            <a:custGeom>
              <a:rect b="b" l="l" r="r" t="t"/>
              <a:pathLst>
                <a:path extrusionOk="0" h="9710" w="6027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22"/>
            <p:cNvSpPr/>
            <p:nvPr/>
          </p:nvSpPr>
          <p:spPr>
            <a:xfrm>
              <a:off x="3951893" y="3317378"/>
              <a:ext cx="9978" cy="10724"/>
            </a:xfrm>
            <a:custGeom>
              <a:rect b="b" l="l" r="r" t="t"/>
              <a:pathLst>
                <a:path extrusionOk="0" h="943" w="838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22"/>
            <p:cNvSpPr/>
            <p:nvPr/>
          </p:nvSpPr>
          <p:spPr>
            <a:xfrm>
              <a:off x="3925232" y="3338554"/>
              <a:ext cx="15956" cy="14295"/>
            </a:xfrm>
            <a:custGeom>
              <a:rect b="b" l="l" r="r" t="t"/>
              <a:pathLst>
                <a:path extrusionOk="0" h="1257" w="134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22"/>
            <p:cNvSpPr/>
            <p:nvPr/>
          </p:nvSpPr>
          <p:spPr>
            <a:xfrm>
              <a:off x="4226694" y="2879548"/>
              <a:ext cx="50095" cy="39508"/>
            </a:xfrm>
            <a:custGeom>
              <a:rect b="b" l="l" r="r" t="t"/>
              <a:pathLst>
                <a:path extrusionOk="0" h="3474" w="4207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22"/>
            <p:cNvSpPr/>
            <p:nvPr/>
          </p:nvSpPr>
          <p:spPr>
            <a:xfrm>
              <a:off x="4226694" y="2879548"/>
              <a:ext cx="50095" cy="39508"/>
            </a:xfrm>
            <a:custGeom>
              <a:rect b="b" l="l" r="r" t="t"/>
              <a:pathLst>
                <a:path extrusionOk="0" h="3474" w="4207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22"/>
            <p:cNvSpPr/>
            <p:nvPr/>
          </p:nvSpPr>
          <p:spPr>
            <a:xfrm>
              <a:off x="4014919" y="2846238"/>
              <a:ext cx="33651" cy="9053"/>
            </a:xfrm>
            <a:custGeom>
              <a:rect b="b" l="l" r="r" t="t"/>
              <a:pathLst>
                <a:path extrusionOk="0" h="796" w="2826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22"/>
            <p:cNvSpPr/>
            <p:nvPr/>
          </p:nvSpPr>
          <p:spPr>
            <a:xfrm>
              <a:off x="4036853" y="2853608"/>
              <a:ext cx="1250" cy="1205"/>
            </a:xfrm>
            <a:custGeom>
              <a:rect b="b" l="l" r="r" t="t"/>
              <a:pathLst>
                <a:path extrusionOk="0" fill="none" h="106" w="105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solidFill>
              <a:srgbClr val="0070C0"/>
            </a:solidFill>
            <a:ln cap="rnd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22"/>
            <p:cNvSpPr/>
            <p:nvPr/>
          </p:nvSpPr>
          <p:spPr>
            <a:xfrm>
              <a:off x="4346543" y="2948318"/>
              <a:ext cx="21183" cy="11907"/>
            </a:xfrm>
            <a:custGeom>
              <a:rect b="b" l="l" r="r" t="t"/>
              <a:pathLst>
                <a:path extrusionOk="0" h="1047" w="1779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22"/>
            <p:cNvSpPr/>
            <p:nvPr/>
          </p:nvSpPr>
          <p:spPr>
            <a:xfrm>
              <a:off x="3878888" y="2847660"/>
              <a:ext cx="16706" cy="13579"/>
            </a:xfrm>
            <a:custGeom>
              <a:rect b="b" l="l" r="r" t="t"/>
              <a:pathLst>
                <a:path extrusionOk="0" h="1194" w="1403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22"/>
            <p:cNvSpPr/>
            <p:nvPr/>
          </p:nvSpPr>
          <p:spPr>
            <a:xfrm>
              <a:off x="3865182" y="2817204"/>
              <a:ext cx="27923" cy="34993"/>
            </a:xfrm>
            <a:custGeom>
              <a:rect b="b" l="l" r="r" t="t"/>
              <a:pathLst>
                <a:path extrusionOk="0" h="3077" w="2345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6" name="Google Shape;506;p22"/>
          <p:cNvGrpSpPr/>
          <p:nvPr/>
        </p:nvGrpSpPr>
        <p:grpSpPr>
          <a:xfrm>
            <a:off x="3125620" y="2016838"/>
            <a:ext cx="2661499" cy="1473011"/>
            <a:chOff x="233350" y="949250"/>
            <a:chExt cx="7137300" cy="3802300"/>
          </a:xfrm>
        </p:grpSpPr>
        <p:sp>
          <p:nvSpPr>
            <p:cNvPr id="507" name="Google Shape;507;p22"/>
            <p:cNvSpPr/>
            <p:nvPr/>
          </p:nvSpPr>
          <p:spPr>
            <a:xfrm>
              <a:off x="4428450" y="2808675"/>
              <a:ext cx="1478900" cy="330100"/>
            </a:xfrm>
            <a:custGeom>
              <a:rect b="b" l="l" r="r" t="t"/>
              <a:pathLst>
                <a:path extrusionOk="0" h="13204" w="59156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22"/>
            <p:cNvSpPr/>
            <p:nvPr/>
          </p:nvSpPr>
          <p:spPr>
            <a:xfrm>
              <a:off x="2909400" y="1076125"/>
              <a:ext cx="4118650" cy="3109225"/>
            </a:xfrm>
            <a:custGeom>
              <a:rect b="b" l="l" r="r" t="t"/>
              <a:pathLst>
                <a:path extrusionOk="0" h="124369" w="164746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22"/>
            <p:cNvSpPr/>
            <p:nvPr/>
          </p:nvSpPr>
          <p:spPr>
            <a:xfrm>
              <a:off x="5913800" y="3523050"/>
              <a:ext cx="1109075" cy="813875"/>
            </a:xfrm>
            <a:custGeom>
              <a:rect b="b" l="l" r="r" t="t"/>
              <a:pathLst>
                <a:path extrusionOk="0" h="32555" w="44363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22"/>
            <p:cNvSpPr/>
            <p:nvPr/>
          </p:nvSpPr>
          <p:spPr>
            <a:xfrm>
              <a:off x="6442175" y="3238700"/>
              <a:ext cx="571625" cy="311800"/>
            </a:xfrm>
            <a:custGeom>
              <a:rect b="b" l="l" r="r" t="t"/>
              <a:pathLst>
                <a:path extrusionOk="0" h="12472" w="22865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22"/>
            <p:cNvSpPr/>
            <p:nvPr/>
          </p:nvSpPr>
          <p:spPr>
            <a:xfrm>
              <a:off x="5898675" y="3029225"/>
              <a:ext cx="282150" cy="318450"/>
            </a:xfrm>
            <a:custGeom>
              <a:rect b="b" l="l" r="r" t="t"/>
              <a:pathLst>
                <a:path extrusionOk="0" h="12738" w="11286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22"/>
            <p:cNvSpPr/>
            <p:nvPr/>
          </p:nvSpPr>
          <p:spPr>
            <a:xfrm>
              <a:off x="5544400" y="3065225"/>
              <a:ext cx="541800" cy="430700"/>
            </a:xfrm>
            <a:custGeom>
              <a:rect b="b" l="l" r="r" t="t"/>
              <a:pathLst>
                <a:path extrusionOk="0" h="17228" w="21672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22"/>
            <p:cNvSpPr/>
            <p:nvPr/>
          </p:nvSpPr>
          <p:spPr>
            <a:xfrm>
              <a:off x="4388700" y="3530600"/>
              <a:ext cx="227275" cy="395425"/>
            </a:xfrm>
            <a:custGeom>
              <a:rect b="b" l="l" r="r" t="t"/>
              <a:pathLst>
                <a:path extrusionOk="0" h="15817" w="9091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22"/>
            <p:cNvSpPr/>
            <p:nvPr/>
          </p:nvSpPr>
          <p:spPr>
            <a:xfrm>
              <a:off x="6438300" y="1893850"/>
              <a:ext cx="267450" cy="418275"/>
            </a:xfrm>
            <a:custGeom>
              <a:rect b="b" l="l" r="r" t="t"/>
              <a:pathLst>
                <a:path extrusionOk="0" h="16731" w="10698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22"/>
            <p:cNvSpPr/>
            <p:nvPr/>
          </p:nvSpPr>
          <p:spPr>
            <a:xfrm>
              <a:off x="6901875" y="4220725"/>
              <a:ext cx="468775" cy="354550"/>
            </a:xfrm>
            <a:custGeom>
              <a:rect b="b" l="l" r="r" t="t"/>
              <a:pathLst>
                <a:path extrusionOk="0" h="14182" w="18751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22"/>
            <p:cNvSpPr/>
            <p:nvPr/>
          </p:nvSpPr>
          <p:spPr>
            <a:xfrm>
              <a:off x="6306100" y="2654825"/>
              <a:ext cx="232875" cy="385425"/>
            </a:xfrm>
            <a:custGeom>
              <a:rect b="b" l="l" r="r" t="t"/>
              <a:pathLst>
                <a:path extrusionOk="0" h="15417" w="9315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22"/>
            <p:cNvSpPr/>
            <p:nvPr/>
          </p:nvSpPr>
          <p:spPr>
            <a:xfrm>
              <a:off x="6139750" y="3178550"/>
              <a:ext cx="185375" cy="227425"/>
            </a:xfrm>
            <a:custGeom>
              <a:rect b="b" l="l" r="r" t="t"/>
              <a:pathLst>
                <a:path extrusionOk="0" h="9097" w="7415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22"/>
            <p:cNvSpPr/>
            <p:nvPr/>
          </p:nvSpPr>
          <p:spPr>
            <a:xfrm>
              <a:off x="4320000" y="1079225"/>
              <a:ext cx="260125" cy="163000"/>
            </a:xfrm>
            <a:custGeom>
              <a:rect b="b" l="l" r="r" t="t"/>
              <a:pathLst>
                <a:path extrusionOk="0" h="6520" w="10405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22"/>
            <p:cNvSpPr/>
            <p:nvPr/>
          </p:nvSpPr>
          <p:spPr>
            <a:xfrm>
              <a:off x="3605850" y="1017225"/>
              <a:ext cx="246275" cy="88775"/>
            </a:xfrm>
            <a:custGeom>
              <a:rect b="b" l="l" r="r" t="t"/>
              <a:pathLst>
                <a:path extrusionOk="0" h="3551" w="9851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22"/>
            <p:cNvSpPr/>
            <p:nvPr/>
          </p:nvSpPr>
          <p:spPr>
            <a:xfrm>
              <a:off x="3161275" y="1612775"/>
              <a:ext cx="115825" cy="115825"/>
            </a:xfrm>
            <a:custGeom>
              <a:rect b="b" l="l" r="r" t="t"/>
              <a:pathLst>
                <a:path extrusionOk="0" h="4633" w="4633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22"/>
            <p:cNvSpPr/>
            <p:nvPr/>
          </p:nvSpPr>
          <p:spPr>
            <a:xfrm>
              <a:off x="6082850" y="3458350"/>
              <a:ext cx="215350" cy="82375"/>
            </a:xfrm>
            <a:custGeom>
              <a:rect b="b" l="l" r="r" t="t"/>
              <a:pathLst>
                <a:path extrusionOk="0" h="3295" w="8614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22"/>
            <p:cNvSpPr/>
            <p:nvPr/>
          </p:nvSpPr>
          <p:spPr>
            <a:xfrm>
              <a:off x="5726825" y="1103850"/>
              <a:ext cx="262175" cy="54825"/>
            </a:xfrm>
            <a:custGeom>
              <a:rect b="b" l="l" r="r" t="t"/>
              <a:pathLst>
                <a:path extrusionOk="0" h="2193" w="10487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22"/>
            <p:cNvSpPr/>
            <p:nvPr/>
          </p:nvSpPr>
          <p:spPr>
            <a:xfrm>
              <a:off x="6497925" y="4391525"/>
              <a:ext cx="125725" cy="97375"/>
            </a:xfrm>
            <a:custGeom>
              <a:rect b="b" l="l" r="r" t="t"/>
              <a:pathLst>
                <a:path extrusionOk="0" h="3895" w="5029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22"/>
            <p:cNvSpPr/>
            <p:nvPr/>
          </p:nvSpPr>
          <p:spPr>
            <a:xfrm>
              <a:off x="5334875" y="2906300"/>
              <a:ext cx="82100" cy="128050"/>
            </a:xfrm>
            <a:custGeom>
              <a:rect b="b" l="l" r="r" t="t"/>
              <a:pathLst>
                <a:path extrusionOk="0" h="5122" w="3284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22"/>
            <p:cNvSpPr/>
            <p:nvPr/>
          </p:nvSpPr>
          <p:spPr>
            <a:xfrm>
              <a:off x="4869125" y="997550"/>
              <a:ext cx="160750" cy="66150"/>
            </a:xfrm>
            <a:custGeom>
              <a:rect b="b" l="l" r="r" t="t"/>
              <a:pathLst>
                <a:path extrusionOk="0" h="2646" w="643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22"/>
            <p:cNvSpPr/>
            <p:nvPr/>
          </p:nvSpPr>
          <p:spPr>
            <a:xfrm>
              <a:off x="3763550" y="998475"/>
              <a:ext cx="117975" cy="55725"/>
            </a:xfrm>
            <a:custGeom>
              <a:rect b="b" l="l" r="r" t="t"/>
              <a:pathLst>
                <a:path extrusionOk="0" h="2229" w="4719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22"/>
            <p:cNvSpPr/>
            <p:nvPr/>
          </p:nvSpPr>
          <p:spPr>
            <a:xfrm>
              <a:off x="6244750" y="3463175"/>
              <a:ext cx="127900" cy="76650"/>
            </a:xfrm>
            <a:custGeom>
              <a:rect b="b" l="l" r="r" t="t"/>
              <a:pathLst>
                <a:path extrusionOk="0" h="3066" w="5116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22"/>
            <p:cNvSpPr/>
            <p:nvPr/>
          </p:nvSpPr>
          <p:spPr>
            <a:xfrm>
              <a:off x="6286725" y="2464325"/>
              <a:ext cx="67775" cy="93850"/>
            </a:xfrm>
            <a:custGeom>
              <a:rect b="b" l="l" r="r" t="t"/>
              <a:pathLst>
                <a:path extrusionOk="0" h="3754" w="2711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22"/>
            <p:cNvSpPr/>
            <p:nvPr/>
          </p:nvSpPr>
          <p:spPr>
            <a:xfrm>
              <a:off x="6279300" y="2861375"/>
              <a:ext cx="75625" cy="97275"/>
            </a:xfrm>
            <a:custGeom>
              <a:rect b="b" l="l" r="r" t="t"/>
              <a:pathLst>
                <a:path extrusionOk="0" h="3891" w="3025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22"/>
            <p:cNvSpPr/>
            <p:nvPr/>
          </p:nvSpPr>
          <p:spPr>
            <a:xfrm>
              <a:off x="4145025" y="994975"/>
              <a:ext cx="111500" cy="47325"/>
            </a:xfrm>
            <a:custGeom>
              <a:rect b="b" l="l" r="r" t="t"/>
              <a:pathLst>
                <a:path extrusionOk="0" h="1893" w="446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22"/>
            <p:cNvSpPr/>
            <p:nvPr/>
          </p:nvSpPr>
          <p:spPr>
            <a:xfrm>
              <a:off x="7213625" y="3803350"/>
              <a:ext cx="74075" cy="80050"/>
            </a:xfrm>
            <a:custGeom>
              <a:rect b="b" l="l" r="r" t="t"/>
              <a:pathLst>
                <a:path extrusionOk="0" h="3202" w="2963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22"/>
            <p:cNvSpPr/>
            <p:nvPr/>
          </p:nvSpPr>
          <p:spPr>
            <a:xfrm>
              <a:off x="6542025" y="3118350"/>
              <a:ext cx="66075" cy="79800"/>
            </a:xfrm>
            <a:custGeom>
              <a:rect b="b" l="l" r="r" t="t"/>
              <a:pathLst>
                <a:path extrusionOk="0" h="3192" w="2643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22"/>
            <p:cNvSpPr/>
            <p:nvPr/>
          </p:nvSpPr>
          <p:spPr>
            <a:xfrm>
              <a:off x="4278100" y="987200"/>
              <a:ext cx="87225" cy="50150"/>
            </a:xfrm>
            <a:custGeom>
              <a:rect b="b" l="l" r="r" t="t"/>
              <a:pathLst>
                <a:path extrusionOk="0" h="2006" w="3489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22"/>
            <p:cNvSpPr/>
            <p:nvPr/>
          </p:nvSpPr>
          <p:spPr>
            <a:xfrm>
              <a:off x="6595650" y="1204100"/>
              <a:ext cx="81075" cy="41800"/>
            </a:xfrm>
            <a:custGeom>
              <a:rect b="b" l="l" r="r" t="t"/>
              <a:pathLst>
                <a:path extrusionOk="0" h="1672" w="3243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22"/>
            <p:cNvSpPr/>
            <p:nvPr/>
          </p:nvSpPr>
          <p:spPr>
            <a:xfrm>
              <a:off x="5040350" y="1034625"/>
              <a:ext cx="81550" cy="46975"/>
            </a:xfrm>
            <a:custGeom>
              <a:rect b="b" l="l" r="r" t="t"/>
              <a:pathLst>
                <a:path extrusionOk="0" h="1879" w="3262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22"/>
            <p:cNvSpPr/>
            <p:nvPr/>
          </p:nvSpPr>
          <p:spPr>
            <a:xfrm>
              <a:off x="6380950" y="3302475"/>
              <a:ext cx="77800" cy="40225"/>
            </a:xfrm>
            <a:custGeom>
              <a:rect b="b" l="l" r="r" t="t"/>
              <a:pathLst>
                <a:path extrusionOk="0" h="1609" w="3112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22"/>
            <p:cNvSpPr/>
            <p:nvPr/>
          </p:nvSpPr>
          <p:spPr>
            <a:xfrm>
              <a:off x="4384825" y="996700"/>
              <a:ext cx="62025" cy="39775"/>
            </a:xfrm>
            <a:custGeom>
              <a:rect b="b" l="l" r="r" t="t"/>
              <a:pathLst>
                <a:path extrusionOk="0" h="1591" w="2481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22"/>
            <p:cNvSpPr/>
            <p:nvPr/>
          </p:nvSpPr>
          <p:spPr>
            <a:xfrm>
              <a:off x="2100625" y="1004500"/>
              <a:ext cx="520200" cy="95050"/>
            </a:xfrm>
            <a:custGeom>
              <a:rect b="b" l="l" r="r" t="t"/>
              <a:pathLst>
                <a:path extrusionOk="0" h="3802" w="20808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22"/>
            <p:cNvSpPr/>
            <p:nvPr/>
          </p:nvSpPr>
          <p:spPr>
            <a:xfrm>
              <a:off x="233350" y="949250"/>
              <a:ext cx="3232550" cy="3802300"/>
            </a:xfrm>
            <a:custGeom>
              <a:rect b="b" l="l" r="r" t="t"/>
              <a:pathLst>
                <a:path extrusionOk="0" h="152092" w="129302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22"/>
            <p:cNvSpPr/>
            <p:nvPr/>
          </p:nvSpPr>
          <p:spPr>
            <a:xfrm>
              <a:off x="1581325" y="1051125"/>
              <a:ext cx="283000" cy="91675"/>
            </a:xfrm>
            <a:custGeom>
              <a:rect b="b" l="l" r="r" t="t"/>
              <a:pathLst>
                <a:path extrusionOk="0" h="3667" w="1132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22"/>
            <p:cNvSpPr/>
            <p:nvPr/>
          </p:nvSpPr>
          <p:spPr>
            <a:xfrm>
              <a:off x="3144425" y="1319375"/>
              <a:ext cx="213450" cy="95575"/>
            </a:xfrm>
            <a:custGeom>
              <a:rect b="b" l="l" r="r" t="t"/>
              <a:pathLst>
                <a:path extrusionOk="0" h="3823" w="8538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22"/>
            <p:cNvSpPr/>
            <p:nvPr/>
          </p:nvSpPr>
          <p:spPr>
            <a:xfrm>
              <a:off x="1453000" y="2509000"/>
              <a:ext cx="263575" cy="113100"/>
            </a:xfrm>
            <a:custGeom>
              <a:rect b="b" l="l" r="r" t="t"/>
              <a:pathLst>
                <a:path extrusionOk="0" h="4524" w="10543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22"/>
            <p:cNvSpPr/>
            <p:nvPr/>
          </p:nvSpPr>
          <p:spPr>
            <a:xfrm>
              <a:off x="1880725" y="1020350"/>
              <a:ext cx="162025" cy="112025"/>
            </a:xfrm>
            <a:custGeom>
              <a:rect b="b" l="l" r="r" t="t"/>
              <a:pathLst>
                <a:path extrusionOk="0" h="4481" w="6481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22"/>
            <p:cNvSpPr/>
            <p:nvPr/>
          </p:nvSpPr>
          <p:spPr>
            <a:xfrm>
              <a:off x="1688900" y="2603450"/>
              <a:ext cx="165050" cy="73950"/>
            </a:xfrm>
            <a:custGeom>
              <a:rect b="b" l="l" r="r" t="t"/>
              <a:pathLst>
                <a:path extrusionOk="0" h="2958" w="6602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22"/>
            <p:cNvSpPr/>
            <p:nvPr/>
          </p:nvSpPr>
          <p:spPr>
            <a:xfrm>
              <a:off x="1922200" y="1344925"/>
              <a:ext cx="129625" cy="64525"/>
            </a:xfrm>
            <a:custGeom>
              <a:rect b="b" l="l" r="r" t="t"/>
              <a:pathLst>
                <a:path extrusionOk="0" h="2581" w="5185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22"/>
            <p:cNvSpPr/>
            <p:nvPr/>
          </p:nvSpPr>
          <p:spPr>
            <a:xfrm>
              <a:off x="1787825" y="1030550"/>
              <a:ext cx="94250" cy="44825"/>
            </a:xfrm>
            <a:custGeom>
              <a:rect b="b" l="l" r="r" t="t"/>
              <a:pathLst>
                <a:path extrusionOk="0" h="1793" w="377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22"/>
            <p:cNvSpPr/>
            <p:nvPr/>
          </p:nvSpPr>
          <p:spPr>
            <a:xfrm>
              <a:off x="1870350" y="2639275"/>
              <a:ext cx="59225" cy="44325"/>
            </a:xfrm>
            <a:custGeom>
              <a:rect b="b" l="l" r="r" t="t"/>
              <a:pathLst>
                <a:path extrusionOk="0" h="1773" w="2369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22"/>
            <p:cNvSpPr/>
            <p:nvPr/>
          </p:nvSpPr>
          <p:spPr>
            <a:xfrm>
              <a:off x="2264800" y="4630125"/>
              <a:ext cx="62675" cy="39225"/>
            </a:xfrm>
            <a:custGeom>
              <a:rect b="b" l="l" r="r" t="t"/>
              <a:pathLst>
                <a:path extrusionOk="0" h="1569" w="2507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22"/>
            <p:cNvSpPr/>
            <p:nvPr/>
          </p:nvSpPr>
          <p:spPr>
            <a:xfrm>
              <a:off x="1604225" y="2645350"/>
              <a:ext cx="56175" cy="38275"/>
            </a:xfrm>
            <a:custGeom>
              <a:rect b="b" l="l" r="r" t="t"/>
              <a:pathLst>
                <a:path extrusionOk="0" h="1531" w="2247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22"/>
            <p:cNvSpPr/>
            <p:nvPr/>
          </p:nvSpPr>
          <p:spPr>
            <a:xfrm>
              <a:off x="7045475" y="3384250"/>
              <a:ext cx="47375" cy="53550"/>
            </a:xfrm>
            <a:custGeom>
              <a:rect b="b" l="l" r="r" t="t"/>
              <a:pathLst>
                <a:path extrusionOk="0" h="2142" w="1895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22"/>
            <p:cNvSpPr/>
            <p:nvPr/>
          </p:nvSpPr>
          <p:spPr>
            <a:xfrm>
              <a:off x="4291500" y="1250400"/>
              <a:ext cx="54900" cy="37900"/>
            </a:xfrm>
            <a:custGeom>
              <a:rect b="b" l="l" r="r" t="t"/>
              <a:pathLst>
                <a:path extrusionOk="0" h="1516" w="2196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22"/>
            <p:cNvSpPr/>
            <p:nvPr/>
          </p:nvSpPr>
          <p:spPr>
            <a:xfrm>
              <a:off x="6323375" y="3314875"/>
              <a:ext cx="50125" cy="37325"/>
            </a:xfrm>
            <a:custGeom>
              <a:rect b="b" l="l" r="r" t="t"/>
              <a:pathLst>
                <a:path extrusionOk="0" h="1493" w="2005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22"/>
            <p:cNvSpPr/>
            <p:nvPr/>
          </p:nvSpPr>
          <p:spPr>
            <a:xfrm>
              <a:off x="6680225" y="1890750"/>
              <a:ext cx="46075" cy="42200"/>
            </a:xfrm>
            <a:custGeom>
              <a:rect b="b" l="l" r="r" t="t"/>
              <a:pathLst>
                <a:path extrusionOk="0" h="1688" w="1843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22"/>
            <p:cNvSpPr/>
            <p:nvPr/>
          </p:nvSpPr>
          <p:spPr>
            <a:xfrm>
              <a:off x="3550975" y="1955400"/>
              <a:ext cx="53600" cy="126175"/>
            </a:xfrm>
            <a:custGeom>
              <a:rect b="b" l="l" r="r" t="t"/>
              <a:pathLst>
                <a:path extrusionOk="0" h="5047" w="2144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22"/>
            <p:cNvSpPr/>
            <p:nvPr/>
          </p:nvSpPr>
          <p:spPr>
            <a:xfrm>
              <a:off x="3910000" y="2161475"/>
              <a:ext cx="93775" cy="45400"/>
            </a:xfrm>
            <a:custGeom>
              <a:rect b="b" l="l" r="r" t="t"/>
              <a:pathLst>
                <a:path extrusionOk="0" h="1816" w="3751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22"/>
            <p:cNvSpPr/>
            <p:nvPr/>
          </p:nvSpPr>
          <p:spPr>
            <a:xfrm>
              <a:off x="4125600" y="2173875"/>
              <a:ext cx="50575" cy="37600"/>
            </a:xfrm>
            <a:custGeom>
              <a:rect b="b" l="l" r="r" t="t"/>
              <a:pathLst>
                <a:path extrusionOk="0" h="1504" w="2023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22"/>
            <p:cNvSpPr/>
            <p:nvPr/>
          </p:nvSpPr>
          <p:spPr>
            <a:xfrm>
              <a:off x="3415775" y="2038325"/>
              <a:ext cx="44925" cy="38175"/>
            </a:xfrm>
            <a:custGeom>
              <a:rect b="b" l="l" r="r" t="t"/>
              <a:pathLst>
                <a:path extrusionOk="0" h="1527" w="1797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58" name="Google Shape;558;p22"/>
          <p:cNvGrpSpPr/>
          <p:nvPr/>
        </p:nvGrpSpPr>
        <p:grpSpPr>
          <a:xfrm>
            <a:off x="5748409" y="1988451"/>
            <a:ext cx="2661816" cy="1473471"/>
            <a:chOff x="238125" y="732525"/>
            <a:chExt cx="7130500" cy="4241425"/>
          </a:xfrm>
        </p:grpSpPr>
        <p:sp>
          <p:nvSpPr>
            <p:cNvPr id="559" name="Google Shape;559;p22"/>
            <p:cNvSpPr/>
            <p:nvPr/>
          </p:nvSpPr>
          <p:spPr>
            <a:xfrm>
              <a:off x="3175800" y="1003350"/>
              <a:ext cx="3741725" cy="3331975"/>
            </a:xfrm>
            <a:custGeom>
              <a:rect b="b" l="l" r="r" t="t"/>
              <a:pathLst>
                <a:path extrusionOk="0" h="133279" w="149669">
                  <a:moveTo>
                    <a:pt x="81445" y="1"/>
                  </a:moveTo>
                  <a:lnTo>
                    <a:pt x="79450" y="1466"/>
                  </a:lnTo>
                  <a:lnTo>
                    <a:pt x="78288" y="3145"/>
                  </a:lnTo>
                  <a:lnTo>
                    <a:pt x="77341" y="834"/>
                  </a:lnTo>
                  <a:lnTo>
                    <a:pt x="75131" y="834"/>
                  </a:lnTo>
                  <a:lnTo>
                    <a:pt x="73868" y="2413"/>
                  </a:lnTo>
                  <a:lnTo>
                    <a:pt x="73161" y="4888"/>
                  </a:lnTo>
                  <a:lnTo>
                    <a:pt x="69891" y="7325"/>
                  </a:lnTo>
                  <a:lnTo>
                    <a:pt x="68313" y="10330"/>
                  </a:lnTo>
                  <a:lnTo>
                    <a:pt x="69474" y="11466"/>
                  </a:lnTo>
                  <a:lnTo>
                    <a:pt x="66318" y="13247"/>
                  </a:lnTo>
                  <a:lnTo>
                    <a:pt x="67782" y="14825"/>
                  </a:lnTo>
                  <a:lnTo>
                    <a:pt x="69790" y="15873"/>
                  </a:lnTo>
                  <a:lnTo>
                    <a:pt x="68729" y="16504"/>
                  </a:lnTo>
                  <a:lnTo>
                    <a:pt x="65888" y="14812"/>
                  </a:lnTo>
                  <a:lnTo>
                    <a:pt x="65257" y="16605"/>
                  </a:lnTo>
                  <a:lnTo>
                    <a:pt x="63994" y="17439"/>
                  </a:lnTo>
                  <a:lnTo>
                    <a:pt x="65358" y="21644"/>
                  </a:lnTo>
                  <a:lnTo>
                    <a:pt x="67050" y="21959"/>
                  </a:lnTo>
                  <a:lnTo>
                    <a:pt x="68199" y="22906"/>
                  </a:lnTo>
                  <a:cubicBezTo>
                    <a:pt x="67252" y="23336"/>
                    <a:pt x="65674" y="23651"/>
                    <a:pt x="65674" y="23651"/>
                  </a:cubicBezTo>
                  <a:lnTo>
                    <a:pt x="66419" y="25230"/>
                  </a:lnTo>
                  <a:lnTo>
                    <a:pt x="65358" y="26593"/>
                  </a:lnTo>
                  <a:lnTo>
                    <a:pt x="63577" y="25962"/>
                  </a:lnTo>
                  <a:lnTo>
                    <a:pt x="64625" y="23967"/>
                  </a:lnTo>
                  <a:lnTo>
                    <a:pt x="63262" y="20394"/>
                  </a:lnTo>
                  <a:lnTo>
                    <a:pt x="62214" y="17439"/>
                  </a:lnTo>
                  <a:lnTo>
                    <a:pt x="61368" y="15343"/>
                  </a:lnTo>
                  <a:lnTo>
                    <a:pt x="59688" y="14711"/>
                  </a:lnTo>
                  <a:lnTo>
                    <a:pt x="58842" y="18386"/>
                  </a:lnTo>
                  <a:lnTo>
                    <a:pt x="58792" y="21012"/>
                  </a:lnTo>
                  <a:lnTo>
                    <a:pt x="60951" y="22906"/>
                  </a:lnTo>
                  <a:lnTo>
                    <a:pt x="60951" y="24485"/>
                  </a:lnTo>
                  <a:lnTo>
                    <a:pt x="58009" y="23020"/>
                  </a:lnTo>
                  <a:lnTo>
                    <a:pt x="55319" y="22389"/>
                  </a:lnTo>
                  <a:lnTo>
                    <a:pt x="54978" y="23437"/>
                  </a:lnTo>
                  <a:lnTo>
                    <a:pt x="55547" y="24598"/>
                  </a:lnTo>
                  <a:lnTo>
                    <a:pt x="52516" y="25230"/>
                  </a:lnTo>
                  <a:lnTo>
                    <a:pt x="48526" y="27326"/>
                  </a:lnTo>
                  <a:lnTo>
                    <a:pt x="46632" y="29535"/>
                  </a:lnTo>
                  <a:lnTo>
                    <a:pt x="46114" y="26909"/>
                  </a:lnTo>
                  <a:lnTo>
                    <a:pt x="44852" y="26391"/>
                  </a:lnTo>
                  <a:lnTo>
                    <a:pt x="44536" y="29119"/>
                  </a:lnTo>
                  <a:lnTo>
                    <a:pt x="42326" y="30381"/>
                  </a:lnTo>
                  <a:lnTo>
                    <a:pt x="43488" y="32162"/>
                  </a:lnTo>
                  <a:lnTo>
                    <a:pt x="41379" y="32061"/>
                  </a:lnTo>
                  <a:lnTo>
                    <a:pt x="40647" y="33223"/>
                  </a:lnTo>
                  <a:lnTo>
                    <a:pt x="39169" y="30381"/>
                  </a:lnTo>
                  <a:lnTo>
                    <a:pt x="37490" y="29119"/>
                  </a:lnTo>
                  <a:lnTo>
                    <a:pt x="37490" y="29119"/>
                  </a:lnTo>
                  <a:lnTo>
                    <a:pt x="40748" y="29750"/>
                  </a:lnTo>
                  <a:lnTo>
                    <a:pt x="42225" y="28803"/>
                  </a:lnTo>
                  <a:lnTo>
                    <a:pt x="41379" y="26593"/>
                  </a:lnTo>
                  <a:lnTo>
                    <a:pt x="37806" y="24699"/>
                  </a:lnTo>
                  <a:lnTo>
                    <a:pt x="35078" y="23538"/>
                  </a:lnTo>
                  <a:lnTo>
                    <a:pt x="32654" y="22906"/>
                  </a:lnTo>
                  <a:lnTo>
                    <a:pt x="29181" y="24068"/>
                  </a:lnTo>
                  <a:lnTo>
                    <a:pt x="25292" y="28172"/>
                  </a:lnTo>
                  <a:lnTo>
                    <a:pt x="22767" y="31745"/>
                  </a:lnTo>
                  <a:lnTo>
                    <a:pt x="21403" y="34586"/>
                  </a:lnTo>
                  <a:lnTo>
                    <a:pt x="18878" y="37112"/>
                  </a:lnTo>
                  <a:lnTo>
                    <a:pt x="18082" y="38892"/>
                  </a:lnTo>
                  <a:lnTo>
                    <a:pt x="19130" y="42680"/>
                  </a:lnTo>
                  <a:lnTo>
                    <a:pt x="20923" y="42364"/>
                  </a:lnTo>
                  <a:lnTo>
                    <a:pt x="22186" y="40786"/>
                  </a:lnTo>
                  <a:lnTo>
                    <a:pt x="23651" y="43311"/>
                  </a:lnTo>
                  <a:lnTo>
                    <a:pt x="23449" y="44776"/>
                  </a:lnTo>
                  <a:lnTo>
                    <a:pt x="26441" y="45092"/>
                  </a:lnTo>
                  <a:cubicBezTo>
                    <a:pt x="26441" y="45092"/>
                    <a:pt x="28058" y="42882"/>
                    <a:pt x="28058" y="42566"/>
                  </a:cubicBezTo>
                  <a:cubicBezTo>
                    <a:pt x="28058" y="42251"/>
                    <a:pt x="28487" y="40256"/>
                    <a:pt x="28487" y="40256"/>
                  </a:cubicBezTo>
                  <a:lnTo>
                    <a:pt x="26909" y="37932"/>
                  </a:lnTo>
                  <a:lnTo>
                    <a:pt x="27111" y="35622"/>
                  </a:lnTo>
                  <a:lnTo>
                    <a:pt x="28904" y="34157"/>
                  </a:lnTo>
                  <a:lnTo>
                    <a:pt x="29535" y="32364"/>
                  </a:lnTo>
                  <a:lnTo>
                    <a:pt x="30899" y="31202"/>
                  </a:lnTo>
                  <a:lnTo>
                    <a:pt x="32376" y="32263"/>
                  </a:lnTo>
                  <a:lnTo>
                    <a:pt x="29535" y="35836"/>
                  </a:lnTo>
                  <a:lnTo>
                    <a:pt x="30684" y="39309"/>
                  </a:lnTo>
                  <a:lnTo>
                    <a:pt x="32477" y="39523"/>
                  </a:lnTo>
                  <a:lnTo>
                    <a:pt x="35002" y="38778"/>
                  </a:lnTo>
                  <a:lnTo>
                    <a:pt x="36467" y="39725"/>
                  </a:lnTo>
                  <a:lnTo>
                    <a:pt x="34257" y="41089"/>
                  </a:lnTo>
                  <a:lnTo>
                    <a:pt x="31416" y="41203"/>
                  </a:lnTo>
                  <a:lnTo>
                    <a:pt x="31101" y="42983"/>
                  </a:lnTo>
                  <a:lnTo>
                    <a:pt x="29952" y="44360"/>
                  </a:lnTo>
                  <a:lnTo>
                    <a:pt x="29219" y="46822"/>
                  </a:lnTo>
                  <a:lnTo>
                    <a:pt x="25532" y="47504"/>
                  </a:lnTo>
                  <a:lnTo>
                    <a:pt x="21555" y="47504"/>
                  </a:lnTo>
                  <a:lnTo>
                    <a:pt x="22287" y="45092"/>
                  </a:lnTo>
                  <a:lnTo>
                    <a:pt x="21239" y="43880"/>
                  </a:lnTo>
                  <a:lnTo>
                    <a:pt x="19976" y="45382"/>
                  </a:lnTo>
                  <a:lnTo>
                    <a:pt x="19762" y="48072"/>
                  </a:lnTo>
                  <a:lnTo>
                    <a:pt x="17022" y="49208"/>
                  </a:lnTo>
                  <a:lnTo>
                    <a:pt x="16075" y="52618"/>
                  </a:lnTo>
                  <a:lnTo>
                    <a:pt x="14294" y="54448"/>
                  </a:lnTo>
                  <a:lnTo>
                    <a:pt x="12716" y="54448"/>
                  </a:lnTo>
                  <a:lnTo>
                    <a:pt x="10822" y="54764"/>
                  </a:lnTo>
                  <a:lnTo>
                    <a:pt x="12501" y="55648"/>
                  </a:lnTo>
                  <a:lnTo>
                    <a:pt x="13448" y="57681"/>
                  </a:lnTo>
                  <a:lnTo>
                    <a:pt x="11971" y="59209"/>
                  </a:lnTo>
                  <a:lnTo>
                    <a:pt x="8460" y="58780"/>
                  </a:lnTo>
                  <a:lnTo>
                    <a:pt x="6087" y="60017"/>
                  </a:lnTo>
                  <a:lnTo>
                    <a:pt x="6087" y="65484"/>
                  </a:lnTo>
                  <a:lnTo>
                    <a:pt x="8612" y="66217"/>
                  </a:lnTo>
                  <a:lnTo>
                    <a:pt x="9723" y="67164"/>
                  </a:lnTo>
                  <a:lnTo>
                    <a:pt x="11150" y="66318"/>
                  </a:lnTo>
                  <a:lnTo>
                    <a:pt x="13233" y="66431"/>
                  </a:lnTo>
                  <a:lnTo>
                    <a:pt x="15115" y="63691"/>
                  </a:lnTo>
                  <a:lnTo>
                    <a:pt x="16176" y="61797"/>
                  </a:lnTo>
                  <a:lnTo>
                    <a:pt x="17123" y="61381"/>
                  </a:lnTo>
                  <a:lnTo>
                    <a:pt x="17438" y="59600"/>
                  </a:lnTo>
                  <a:lnTo>
                    <a:pt x="19850" y="60232"/>
                  </a:lnTo>
                  <a:lnTo>
                    <a:pt x="21226" y="59487"/>
                  </a:lnTo>
                  <a:lnTo>
                    <a:pt x="22805" y="59487"/>
                  </a:lnTo>
                  <a:lnTo>
                    <a:pt x="24699" y="61595"/>
                  </a:lnTo>
                  <a:lnTo>
                    <a:pt x="26113" y="62909"/>
                  </a:lnTo>
                  <a:lnTo>
                    <a:pt x="26896" y="64222"/>
                  </a:lnTo>
                  <a:lnTo>
                    <a:pt x="26896" y="65484"/>
                  </a:lnTo>
                  <a:lnTo>
                    <a:pt x="28159" y="64752"/>
                  </a:lnTo>
                  <a:lnTo>
                    <a:pt x="28159" y="62959"/>
                  </a:lnTo>
                  <a:lnTo>
                    <a:pt x="29421" y="63376"/>
                  </a:lnTo>
                  <a:lnTo>
                    <a:pt x="29787" y="62542"/>
                  </a:lnTo>
                  <a:lnTo>
                    <a:pt x="27035" y="60964"/>
                  </a:lnTo>
                  <a:lnTo>
                    <a:pt x="24661" y="58653"/>
                  </a:lnTo>
                  <a:lnTo>
                    <a:pt x="25103" y="57075"/>
                  </a:lnTo>
                  <a:lnTo>
                    <a:pt x="27527" y="58754"/>
                  </a:lnTo>
                  <a:lnTo>
                    <a:pt x="30368" y="61595"/>
                  </a:lnTo>
                  <a:lnTo>
                    <a:pt x="31846" y="65383"/>
                  </a:lnTo>
                  <a:lnTo>
                    <a:pt x="33525" y="66671"/>
                  </a:lnTo>
                  <a:lnTo>
                    <a:pt x="34889" y="65383"/>
                  </a:lnTo>
                  <a:lnTo>
                    <a:pt x="33740" y="64020"/>
                  </a:lnTo>
                  <a:lnTo>
                    <a:pt x="35002" y="62643"/>
                  </a:lnTo>
                  <a:lnTo>
                    <a:pt x="36366" y="62441"/>
                  </a:lnTo>
                  <a:lnTo>
                    <a:pt x="37945" y="62126"/>
                  </a:lnTo>
                  <a:lnTo>
                    <a:pt x="37831" y="59701"/>
                  </a:lnTo>
                  <a:lnTo>
                    <a:pt x="39409" y="56343"/>
                  </a:lnTo>
                  <a:lnTo>
                    <a:pt x="41101" y="55913"/>
                  </a:lnTo>
                  <a:lnTo>
                    <a:pt x="41733" y="58237"/>
                  </a:lnTo>
                  <a:lnTo>
                    <a:pt x="43627" y="58237"/>
                  </a:lnTo>
                  <a:lnTo>
                    <a:pt x="43513" y="56759"/>
                  </a:lnTo>
                  <a:lnTo>
                    <a:pt x="45407" y="55547"/>
                  </a:lnTo>
                  <a:lnTo>
                    <a:pt x="44776" y="57466"/>
                  </a:lnTo>
                  <a:lnTo>
                    <a:pt x="47402" y="60168"/>
                  </a:lnTo>
                  <a:lnTo>
                    <a:pt x="49195" y="61507"/>
                  </a:lnTo>
                  <a:lnTo>
                    <a:pt x="45306" y="62340"/>
                  </a:lnTo>
                  <a:lnTo>
                    <a:pt x="42149" y="61494"/>
                  </a:lnTo>
                  <a:lnTo>
                    <a:pt x="39624" y="62126"/>
                  </a:lnTo>
                  <a:lnTo>
                    <a:pt x="38147" y="62972"/>
                  </a:lnTo>
                  <a:lnTo>
                    <a:pt x="37099" y="65497"/>
                  </a:lnTo>
                  <a:lnTo>
                    <a:pt x="38892" y="66671"/>
                  </a:lnTo>
                  <a:lnTo>
                    <a:pt x="41619" y="67366"/>
                  </a:lnTo>
                  <a:lnTo>
                    <a:pt x="44031" y="66002"/>
                  </a:lnTo>
                  <a:lnTo>
                    <a:pt x="44978" y="67366"/>
                  </a:lnTo>
                  <a:lnTo>
                    <a:pt x="44144" y="70523"/>
                  </a:lnTo>
                  <a:lnTo>
                    <a:pt x="41404" y="71785"/>
                  </a:lnTo>
                  <a:lnTo>
                    <a:pt x="38046" y="72316"/>
                  </a:lnTo>
                  <a:lnTo>
                    <a:pt x="32578" y="70737"/>
                  </a:lnTo>
                  <a:lnTo>
                    <a:pt x="30684" y="71053"/>
                  </a:lnTo>
                  <a:lnTo>
                    <a:pt x="29005" y="72518"/>
                  </a:lnTo>
                  <a:lnTo>
                    <a:pt x="26441" y="70422"/>
                  </a:lnTo>
                  <a:lnTo>
                    <a:pt x="23966" y="69891"/>
                  </a:lnTo>
                  <a:lnTo>
                    <a:pt x="23600" y="67139"/>
                  </a:lnTo>
                  <a:lnTo>
                    <a:pt x="22186" y="66823"/>
                  </a:lnTo>
                  <a:lnTo>
                    <a:pt x="20077" y="67164"/>
                  </a:lnTo>
                  <a:lnTo>
                    <a:pt x="15948" y="67139"/>
                  </a:lnTo>
                  <a:lnTo>
                    <a:pt x="11554" y="68742"/>
                  </a:lnTo>
                  <a:lnTo>
                    <a:pt x="10291" y="68111"/>
                  </a:lnTo>
                  <a:lnTo>
                    <a:pt x="8511" y="69891"/>
                  </a:lnTo>
                  <a:lnTo>
                    <a:pt x="6718" y="71785"/>
                  </a:lnTo>
                  <a:lnTo>
                    <a:pt x="6087" y="73793"/>
                  </a:lnTo>
                  <a:lnTo>
                    <a:pt x="3460" y="75687"/>
                  </a:lnTo>
                  <a:lnTo>
                    <a:pt x="1048" y="79564"/>
                  </a:lnTo>
                  <a:lnTo>
                    <a:pt x="0" y="82089"/>
                  </a:lnTo>
                  <a:lnTo>
                    <a:pt x="518" y="84501"/>
                  </a:lnTo>
                  <a:lnTo>
                    <a:pt x="0" y="87342"/>
                  </a:lnTo>
                  <a:lnTo>
                    <a:pt x="834" y="90814"/>
                  </a:lnTo>
                  <a:lnTo>
                    <a:pt x="3258" y="93340"/>
                  </a:lnTo>
                  <a:lnTo>
                    <a:pt x="5038" y="95234"/>
                  </a:lnTo>
                  <a:lnTo>
                    <a:pt x="8094" y="97027"/>
                  </a:lnTo>
                  <a:lnTo>
                    <a:pt x="10822" y="96711"/>
                  </a:lnTo>
                  <a:lnTo>
                    <a:pt x="13347" y="96711"/>
                  </a:lnTo>
                  <a:lnTo>
                    <a:pt x="16075" y="95335"/>
                  </a:lnTo>
                  <a:lnTo>
                    <a:pt x="18398" y="95600"/>
                  </a:lnTo>
                  <a:lnTo>
                    <a:pt x="19345" y="97203"/>
                  </a:lnTo>
                  <a:lnTo>
                    <a:pt x="22186" y="97052"/>
                  </a:lnTo>
                  <a:lnTo>
                    <a:pt x="23335" y="98921"/>
                  </a:lnTo>
                  <a:lnTo>
                    <a:pt x="22918" y="103012"/>
                  </a:lnTo>
                  <a:lnTo>
                    <a:pt x="25040" y="106169"/>
                  </a:lnTo>
                  <a:lnTo>
                    <a:pt x="25646" y="109325"/>
                  </a:lnTo>
                  <a:lnTo>
                    <a:pt x="25646" y="112166"/>
                  </a:lnTo>
                  <a:lnTo>
                    <a:pt x="23752" y="114793"/>
                  </a:lnTo>
                  <a:lnTo>
                    <a:pt x="23752" y="117205"/>
                  </a:lnTo>
                  <a:lnTo>
                    <a:pt x="25646" y="119945"/>
                  </a:lnTo>
                  <a:lnTo>
                    <a:pt x="25646" y="123505"/>
                  </a:lnTo>
                  <a:lnTo>
                    <a:pt x="27641" y="126132"/>
                  </a:lnTo>
                  <a:lnTo>
                    <a:pt x="28752" y="128228"/>
                  </a:lnTo>
                  <a:lnTo>
                    <a:pt x="29143" y="130539"/>
                  </a:lnTo>
                  <a:lnTo>
                    <a:pt x="30899" y="133279"/>
                  </a:lnTo>
                  <a:lnTo>
                    <a:pt x="35419" y="133279"/>
                  </a:lnTo>
                  <a:lnTo>
                    <a:pt x="37945" y="131385"/>
                  </a:lnTo>
                  <a:lnTo>
                    <a:pt x="39624" y="129541"/>
                  </a:lnTo>
                  <a:lnTo>
                    <a:pt x="42149" y="126675"/>
                  </a:lnTo>
                  <a:lnTo>
                    <a:pt x="42781" y="123808"/>
                  </a:lnTo>
                  <a:lnTo>
                    <a:pt x="44258" y="123808"/>
                  </a:lnTo>
                  <a:lnTo>
                    <a:pt x="44574" y="119705"/>
                  </a:lnTo>
                  <a:lnTo>
                    <a:pt x="44574" y="118442"/>
                  </a:lnTo>
                  <a:lnTo>
                    <a:pt x="48678" y="115285"/>
                  </a:lnTo>
                  <a:lnTo>
                    <a:pt x="50256" y="112874"/>
                  </a:lnTo>
                  <a:lnTo>
                    <a:pt x="50256" y="110260"/>
                  </a:lnTo>
                  <a:lnTo>
                    <a:pt x="49410" y="108265"/>
                  </a:lnTo>
                  <a:lnTo>
                    <a:pt x="49460" y="105954"/>
                  </a:lnTo>
                  <a:lnTo>
                    <a:pt x="48905" y="104477"/>
                  </a:lnTo>
                  <a:lnTo>
                    <a:pt x="51683" y="101951"/>
                  </a:lnTo>
                  <a:lnTo>
                    <a:pt x="54334" y="99009"/>
                  </a:lnTo>
                  <a:lnTo>
                    <a:pt x="57592" y="97014"/>
                  </a:lnTo>
                  <a:cubicBezTo>
                    <a:pt x="57592" y="97014"/>
                    <a:pt x="59070" y="94388"/>
                    <a:pt x="59070" y="93958"/>
                  </a:cubicBezTo>
                  <a:cubicBezTo>
                    <a:pt x="59070" y="93542"/>
                    <a:pt x="59916" y="91433"/>
                    <a:pt x="59916" y="91433"/>
                  </a:cubicBezTo>
                  <a:lnTo>
                    <a:pt x="59398" y="89754"/>
                  </a:lnTo>
                  <a:lnTo>
                    <a:pt x="57921" y="90498"/>
                  </a:lnTo>
                  <a:lnTo>
                    <a:pt x="54132" y="91016"/>
                  </a:lnTo>
                  <a:lnTo>
                    <a:pt x="52870" y="91648"/>
                  </a:lnTo>
                  <a:lnTo>
                    <a:pt x="52238" y="89754"/>
                  </a:lnTo>
                  <a:lnTo>
                    <a:pt x="51721" y="88604"/>
                  </a:lnTo>
                  <a:lnTo>
                    <a:pt x="49612" y="86597"/>
                  </a:lnTo>
                  <a:lnTo>
                    <a:pt x="48248" y="85650"/>
                  </a:lnTo>
                  <a:lnTo>
                    <a:pt x="46139" y="80826"/>
                  </a:lnTo>
                  <a:lnTo>
                    <a:pt x="45306" y="79665"/>
                  </a:lnTo>
                  <a:lnTo>
                    <a:pt x="44258" y="76823"/>
                  </a:lnTo>
                  <a:lnTo>
                    <a:pt x="43513" y="75561"/>
                  </a:lnTo>
                  <a:lnTo>
                    <a:pt x="44675" y="75144"/>
                  </a:lnTo>
                  <a:lnTo>
                    <a:pt x="47200" y="78617"/>
                  </a:lnTo>
                  <a:lnTo>
                    <a:pt x="48665" y="80927"/>
                  </a:lnTo>
                  <a:lnTo>
                    <a:pt x="49511" y="83339"/>
                  </a:lnTo>
                  <a:lnTo>
                    <a:pt x="51506" y="84917"/>
                  </a:lnTo>
                  <a:lnTo>
                    <a:pt x="52769" y="87973"/>
                  </a:lnTo>
                  <a:lnTo>
                    <a:pt x="53299" y="89438"/>
                  </a:lnTo>
                  <a:lnTo>
                    <a:pt x="56771" y="87859"/>
                  </a:lnTo>
                  <a:lnTo>
                    <a:pt x="60560" y="87026"/>
                  </a:lnTo>
                  <a:lnTo>
                    <a:pt x="64449" y="85018"/>
                  </a:lnTo>
                  <a:lnTo>
                    <a:pt x="65585" y="82922"/>
                  </a:lnTo>
                  <a:lnTo>
                    <a:pt x="66431" y="80814"/>
                  </a:lnTo>
                  <a:lnTo>
                    <a:pt x="64853" y="79235"/>
                  </a:lnTo>
                  <a:lnTo>
                    <a:pt x="63476" y="77771"/>
                  </a:lnTo>
                  <a:lnTo>
                    <a:pt x="61065" y="78503"/>
                  </a:lnTo>
                  <a:lnTo>
                    <a:pt x="58956" y="78604"/>
                  </a:lnTo>
                  <a:lnTo>
                    <a:pt x="57693" y="76293"/>
                  </a:lnTo>
                  <a:lnTo>
                    <a:pt x="55799" y="74740"/>
                  </a:lnTo>
                  <a:lnTo>
                    <a:pt x="56746" y="73149"/>
                  </a:lnTo>
                  <a:lnTo>
                    <a:pt x="59587" y="75460"/>
                  </a:lnTo>
                  <a:lnTo>
                    <a:pt x="61696" y="76609"/>
                  </a:lnTo>
                  <a:lnTo>
                    <a:pt x="63476" y="76722"/>
                  </a:lnTo>
                  <a:lnTo>
                    <a:pt x="65269" y="77669"/>
                  </a:lnTo>
                  <a:lnTo>
                    <a:pt x="67997" y="78086"/>
                  </a:lnTo>
                  <a:lnTo>
                    <a:pt x="71368" y="77669"/>
                  </a:lnTo>
                  <a:lnTo>
                    <a:pt x="73995" y="79564"/>
                  </a:lnTo>
                  <a:lnTo>
                    <a:pt x="75358" y="81874"/>
                  </a:lnTo>
                  <a:lnTo>
                    <a:pt x="76621" y="82076"/>
                  </a:lnTo>
                  <a:lnTo>
                    <a:pt x="77884" y="80612"/>
                  </a:lnTo>
                  <a:lnTo>
                    <a:pt x="78515" y="83137"/>
                  </a:lnTo>
                  <a:lnTo>
                    <a:pt x="79147" y="85864"/>
                  </a:lnTo>
                  <a:lnTo>
                    <a:pt x="80510" y="88806"/>
                  </a:lnTo>
                  <a:lnTo>
                    <a:pt x="81988" y="92178"/>
                  </a:lnTo>
                  <a:lnTo>
                    <a:pt x="82505" y="94072"/>
                  </a:lnTo>
                  <a:lnTo>
                    <a:pt x="84298" y="91231"/>
                  </a:lnTo>
                  <a:lnTo>
                    <a:pt x="84298" y="88188"/>
                  </a:lnTo>
                  <a:lnTo>
                    <a:pt x="85245" y="86609"/>
                  </a:lnTo>
                  <a:lnTo>
                    <a:pt x="87291" y="84816"/>
                  </a:lnTo>
                  <a:lnTo>
                    <a:pt x="90322" y="82089"/>
                  </a:lnTo>
                  <a:lnTo>
                    <a:pt x="91622" y="80296"/>
                  </a:lnTo>
                  <a:lnTo>
                    <a:pt x="94375" y="79665"/>
                  </a:lnTo>
                  <a:lnTo>
                    <a:pt x="95120" y="82720"/>
                  </a:lnTo>
                  <a:lnTo>
                    <a:pt x="96913" y="83554"/>
                  </a:lnTo>
                  <a:lnTo>
                    <a:pt x="96913" y="86925"/>
                  </a:lnTo>
                  <a:lnTo>
                    <a:pt x="98857" y="85763"/>
                  </a:lnTo>
                  <a:lnTo>
                    <a:pt x="100701" y="89652"/>
                  </a:lnTo>
                  <a:lnTo>
                    <a:pt x="100701" y="93857"/>
                  </a:lnTo>
                  <a:lnTo>
                    <a:pt x="102696" y="94905"/>
                  </a:lnTo>
                  <a:lnTo>
                    <a:pt x="103694" y="97014"/>
                  </a:lnTo>
                  <a:lnTo>
                    <a:pt x="105133" y="98908"/>
                  </a:lnTo>
                  <a:lnTo>
                    <a:pt x="107179" y="99741"/>
                  </a:lnTo>
                  <a:lnTo>
                    <a:pt x="107179" y="99741"/>
                  </a:lnTo>
                  <a:lnTo>
                    <a:pt x="106560" y="97746"/>
                  </a:lnTo>
                  <a:lnTo>
                    <a:pt x="106257" y="96067"/>
                  </a:lnTo>
                  <a:lnTo>
                    <a:pt x="104577" y="94804"/>
                  </a:lnTo>
                  <a:lnTo>
                    <a:pt x="103428" y="93226"/>
                  </a:lnTo>
                  <a:lnTo>
                    <a:pt x="102797" y="91761"/>
                  </a:lnTo>
                  <a:lnTo>
                    <a:pt x="103113" y="89551"/>
                  </a:lnTo>
                  <a:lnTo>
                    <a:pt x="103845" y="88604"/>
                  </a:lnTo>
                  <a:lnTo>
                    <a:pt x="105537" y="90183"/>
                  </a:lnTo>
                  <a:lnTo>
                    <a:pt x="107217" y="91963"/>
                  </a:lnTo>
                  <a:lnTo>
                    <a:pt x="108050" y="92393"/>
                  </a:lnTo>
                  <a:cubicBezTo>
                    <a:pt x="108050" y="92393"/>
                    <a:pt x="110146" y="90814"/>
                    <a:pt x="110146" y="90498"/>
                  </a:cubicBezTo>
                  <a:lnTo>
                    <a:pt x="110146" y="86925"/>
                  </a:lnTo>
                  <a:lnTo>
                    <a:pt x="108252" y="85132"/>
                  </a:lnTo>
                  <a:lnTo>
                    <a:pt x="107469" y="83554"/>
                  </a:lnTo>
                  <a:cubicBezTo>
                    <a:pt x="107469" y="83554"/>
                    <a:pt x="107747" y="81975"/>
                    <a:pt x="108063" y="81773"/>
                  </a:cubicBezTo>
                  <a:cubicBezTo>
                    <a:pt x="108378" y="81559"/>
                    <a:pt x="110209" y="80927"/>
                    <a:pt x="110209" y="80927"/>
                  </a:cubicBezTo>
                  <a:lnTo>
                    <a:pt x="110752" y="82190"/>
                  </a:lnTo>
                  <a:lnTo>
                    <a:pt x="112646" y="80826"/>
                  </a:lnTo>
                  <a:lnTo>
                    <a:pt x="116434" y="78932"/>
                  </a:lnTo>
                  <a:lnTo>
                    <a:pt x="118177" y="75775"/>
                  </a:lnTo>
                  <a:lnTo>
                    <a:pt x="118960" y="73566"/>
                  </a:lnTo>
                  <a:lnTo>
                    <a:pt x="118960" y="69891"/>
                  </a:lnTo>
                  <a:lnTo>
                    <a:pt x="117520" y="66949"/>
                  </a:lnTo>
                  <a:lnTo>
                    <a:pt x="116093" y="65169"/>
                  </a:lnTo>
                  <a:lnTo>
                    <a:pt x="118278" y="63691"/>
                  </a:lnTo>
                  <a:lnTo>
                    <a:pt x="118947" y="63174"/>
                  </a:lnTo>
                  <a:lnTo>
                    <a:pt x="117280" y="62643"/>
                  </a:lnTo>
                  <a:lnTo>
                    <a:pt x="115816" y="63174"/>
                  </a:lnTo>
                  <a:lnTo>
                    <a:pt x="114868" y="62113"/>
                  </a:lnTo>
                  <a:lnTo>
                    <a:pt x="114237" y="61280"/>
                  </a:lnTo>
                  <a:lnTo>
                    <a:pt x="116030" y="60219"/>
                  </a:lnTo>
                  <a:lnTo>
                    <a:pt x="116876" y="58540"/>
                  </a:lnTo>
                  <a:lnTo>
                    <a:pt x="117924" y="59070"/>
                  </a:lnTo>
                  <a:lnTo>
                    <a:pt x="117394" y="60964"/>
                  </a:lnTo>
                  <a:lnTo>
                    <a:pt x="117394" y="60964"/>
                  </a:lnTo>
                  <a:lnTo>
                    <a:pt x="119086" y="60118"/>
                  </a:lnTo>
                  <a:lnTo>
                    <a:pt x="120235" y="61065"/>
                  </a:lnTo>
                  <a:lnTo>
                    <a:pt x="121182" y="62744"/>
                  </a:lnTo>
                  <a:lnTo>
                    <a:pt x="122129" y="63906"/>
                  </a:lnTo>
                  <a:lnTo>
                    <a:pt x="122129" y="65484"/>
                  </a:lnTo>
                  <a:lnTo>
                    <a:pt x="122975" y="66318"/>
                  </a:lnTo>
                  <a:lnTo>
                    <a:pt x="124806" y="64853"/>
                  </a:lnTo>
                  <a:lnTo>
                    <a:pt x="124263" y="62542"/>
                  </a:lnTo>
                  <a:lnTo>
                    <a:pt x="122621" y="60850"/>
                  </a:lnTo>
                  <a:lnTo>
                    <a:pt x="122116" y="59802"/>
                  </a:lnTo>
                  <a:lnTo>
                    <a:pt x="123594" y="58540"/>
                  </a:lnTo>
                  <a:lnTo>
                    <a:pt x="123707" y="55699"/>
                  </a:lnTo>
                  <a:lnTo>
                    <a:pt x="124970" y="54651"/>
                  </a:lnTo>
                  <a:lnTo>
                    <a:pt x="126233" y="55383"/>
                  </a:lnTo>
                  <a:lnTo>
                    <a:pt x="128127" y="52125"/>
                  </a:lnTo>
                  <a:lnTo>
                    <a:pt x="129705" y="47289"/>
                  </a:lnTo>
                  <a:lnTo>
                    <a:pt x="128544" y="44031"/>
                  </a:lnTo>
                  <a:lnTo>
                    <a:pt x="127811" y="41102"/>
                  </a:lnTo>
                  <a:lnTo>
                    <a:pt x="126132" y="39523"/>
                  </a:lnTo>
                  <a:lnTo>
                    <a:pt x="123922" y="38892"/>
                  </a:lnTo>
                  <a:lnTo>
                    <a:pt x="122558" y="38362"/>
                  </a:lnTo>
                  <a:lnTo>
                    <a:pt x="121498" y="37516"/>
                  </a:lnTo>
                  <a:lnTo>
                    <a:pt x="123606" y="33311"/>
                  </a:lnTo>
                  <a:lnTo>
                    <a:pt x="124440" y="30533"/>
                  </a:lnTo>
                  <a:lnTo>
                    <a:pt x="126650" y="29220"/>
                  </a:lnTo>
                  <a:lnTo>
                    <a:pt x="130021" y="29220"/>
                  </a:lnTo>
                  <a:lnTo>
                    <a:pt x="132332" y="28588"/>
                  </a:lnTo>
                  <a:lnTo>
                    <a:pt x="132231" y="28588"/>
                  </a:lnTo>
                  <a:lnTo>
                    <a:pt x="132231" y="23222"/>
                  </a:lnTo>
                  <a:lnTo>
                    <a:pt x="135072" y="21959"/>
                  </a:lnTo>
                  <a:lnTo>
                    <a:pt x="135804" y="23853"/>
                  </a:lnTo>
                  <a:lnTo>
                    <a:pt x="136650" y="21959"/>
                  </a:lnTo>
                  <a:lnTo>
                    <a:pt x="136650" y="20065"/>
                  </a:lnTo>
                  <a:lnTo>
                    <a:pt x="138115" y="20899"/>
                  </a:lnTo>
                  <a:lnTo>
                    <a:pt x="137433" y="24788"/>
                  </a:lnTo>
                  <a:lnTo>
                    <a:pt x="136006" y="30571"/>
                  </a:lnTo>
                  <a:lnTo>
                    <a:pt x="136006" y="33942"/>
                  </a:lnTo>
                  <a:lnTo>
                    <a:pt x="139428" y="38677"/>
                  </a:lnTo>
                  <a:lnTo>
                    <a:pt x="140426" y="42049"/>
                  </a:lnTo>
                  <a:lnTo>
                    <a:pt x="140426" y="43412"/>
                  </a:lnTo>
                  <a:lnTo>
                    <a:pt x="141688" y="42364"/>
                  </a:lnTo>
                  <a:lnTo>
                    <a:pt x="141688" y="38993"/>
                  </a:lnTo>
                  <a:lnTo>
                    <a:pt x="143166" y="35622"/>
                  </a:lnTo>
                  <a:lnTo>
                    <a:pt x="142370" y="32894"/>
                  </a:lnTo>
                  <a:lnTo>
                    <a:pt x="142244" y="31316"/>
                  </a:lnTo>
                  <a:lnTo>
                    <a:pt x="141966" y="29220"/>
                  </a:lnTo>
                  <a:lnTo>
                    <a:pt x="140085" y="27742"/>
                  </a:lnTo>
                  <a:lnTo>
                    <a:pt x="139782" y="24800"/>
                  </a:lnTo>
                  <a:lnTo>
                    <a:pt x="142522" y="23020"/>
                  </a:lnTo>
                  <a:lnTo>
                    <a:pt x="144832" y="23336"/>
                  </a:lnTo>
                  <a:lnTo>
                    <a:pt x="144832" y="20697"/>
                  </a:lnTo>
                  <a:lnTo>
                    <a:pt x="145881" y="18967"/>
                  </a:lnTo>
                  <a:lnTo>
                    <a:pt x="148090" y="17855"/>
                  </a:lnTo>
                  <a:lnTo>
                    <a:pt x="148936" y="17855"/>
                  </a:lnTo>
                  <a:lnTo>
                    <a:pt x="147573" y="14067"/>
                  </a:lnTo>
                  <a:lnTo>
                    <a:pt x="144315" y="12868"/>
                  </a:lnTo>
                  <a:lnTo>
                    <a:pt x="144832" y="10784"/>
                  </a:lnTo>
                  <a:lnTo>
                    <a:pt x="144517" y="8751"/>
                  </a:lnTo>
                  <a:lnTo>
                    <a:pt x="144315" y="7577"/>
                  </a:lnTo>
                  <a:lnTo>
                    <a:pt x="146310" y="8613"/>
                  </a:lnTo>
                  <a:lnTo>
                    <a:pt x="147674" y="7565"/>
                  </a:lnTo>
                  <a:lnTo>
                    <a:pt x="148936" y="8398"/>
                  </a:lnTo>
                  <a:lnTo>
                    <a:pt x="149669" y="6188"/>
                  </a:lnTo>
                  <a:lnTo>
                    <a:pt x="148406" y="4509"/>
                  </a:lnTo>
                  <a:lnTo>
                    <a:pt x="147775" y="2084"/>
                  </a:lnTo>
                  <a:lnTo>
                    <a:pt x="144201" y="1567"/>
                  </a:lnTo>
                  <a:lnTo>
                    <a:pt x="144201" y="3031"/>
                  </a:lnTo>
                  <a:lnTo>
                    <a:pt x="142623" y="2981"/>
                  </a:lnTo>
                  <a:lnTo>
                    <a:pt x="141890" y="2084"/>
                  </a:lnTo>
                  <a:lnTo>
                    <a:pt x="134440" y="2084"/>
                  </a:lnTo>
                  <a:lnTo>
                    <a:pt x="131069" y="2400"/>
                  </a:lnTo>
                  <a:lnTo>
                    <a:pt x="133493" y="4774"/>
                  </a:lnTo>
                  <a:lnTo>
                    <a:pt x="130867" y="4799"/>
                  </a:lnTo>
                  <a:lnTo>
                    <a:pt x="130337" y="3499"/>
                  </a:lnTo>
                  <a:lnTo>
                    <a:pt x="127294" y="4837"/>
                  </a:lnTo>
                  <a:lnTo>
                    <a:pt x="124654" y="6504"/>
                  </a:lnTo>
                  <a:lnTo>
                    <a:pt x="123076" y="6504"/>
                  </a:lnTo>
                  <a:lnTo>
                    <a:pt x="122028" y="4294"/>
                  </a:lnTo>
                  <a:lnTo>
                    <a:pt x="119503" y="3928"/>
                  </a:lnTo>
                  <a:lnTo>
                    <a:pt x="117407" y="5115"/>
                  </a:lnTo>
                  <a:lnTo>
                    <a:pt x="114149" y="4016"/>
                  </a:lnTo>
                  <a:lnTo>
                    <a:pt x="112040" y="3158"/>
                  </a:lnTo>
                  <a:lnTo>
                    <a:pt x="107835" y="3461"/>
                  </a:lnTo>
                  <a:lnTo>
                    <a:pt x="106055" y="4610"/>
                  </a:lnTo>
                  <a:lnTo>
                    <a:pt x="107204" y="7767"/>
                  </a:lnTo>
                  <a:lnTo>
                    <a:pt x="104792" y="7767"/>
                  </a:lnTo>
                  <a:lnTo>
                    <a:pt x="103529" y="7653"/>
                  </a:lnTo>
                  <a:lnTo>
                    <a:pt x="101951" y="8448"/>
                  </a:lnTo>
                  <a:lnTo>
                    <a:pt x="102898" y="10153"/>
                  </a:lnTo>
                  <a:lnTo>
                    <a:pt x="100587" y="9484"/>
                  </a:lnTo>
                  <a:lnTo>
                    <a:pt x="99741" y="6529"/>
                  </a:lnTo>
                  <a:lnTo>
                    <a:pt x="97115" y="4319"/>
                  </a:lnTo>
                  <a:lnTo>
                    <a:pt x="93327" y="4837"/>
                  </a:lnTo>
                  <a:lnTo>
                    <a:pt x="94173" y="7577"/>
                  </a:lnTo>
                  <a:lnTo>
                    <a:pt x="91016" y="7463"/>
                  </a:lnTo>
                  <a:lnTo>
                    <a:pt x="89968" y="6100"/>
                  </a:lnTo>
                  <a:lnTo>
                    <a:pt x="87758" y="7249"/>
                  </a:lnTo>
                  <a:lnTo>
                    <a:pt x="86066" y="7779"/>
                  </a:lnTo>
                  <a:lnTo>
                    <a:pt x="83541" y="10822"/>
                  </a:lnTo>
                  <a:lnTo>
                    <a:pt x="83023" y="8827"/>
                  </a:lnTo>
                  <a:lnTo>
                    <a:pt x="85233" y="5468"/>
                  </a:lnTo>
                  <a:lnTo>
                    <a:pt x="84601" y="2312"/>
                  </a:lnTo>
                  <a:lnTo>
                    <a:pt x="81445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22"/>
            <p:cNvSpPr/>
            <p:nvPr/>
          </p:nvSpPr>
          <p:spPr>
            <a:xfrm>
              <a:off x="3167575" y="993250"/>
              <a:ext cx="3759100" cy="3349975"/>
            </a:xfrm>
            <a:custGeom>
              <a:rect b="b" l="l" r="r" t="t"/>
              <a:pathLst>
                <a:path extrusionOk="0" h="133999" w="150364">
                  <a:moveTo>
                    <a:pt x="81786" y="784"/>
                  </a:moveTo>
                  <a:lnTo>
                    <a:pt x="84653" y="2892"/>
                  </a:lnTo>
                  <a:lnTo>
                    <a:pt x="85234" y="5797"/>
                  </a:lnTo>
                  <a:lnTo>
                    <a:pt x="83024" y="9168"/>
                  </a:lnTo>
                  <a:lnTo>
                    <a:pt x="83731" y="11895"/>
                  </a:lnTo>
                  <a:lnTo>
                    <a:pt x="86597" y="8448"/>
                  </a:lnTo>
                  <a:lnTo>
                    <a:pt x="88239" y="7931"/>
                  </a:lnTo>
                  <a:lnTo>
                    <a:pt x="90209" y="6895"/>
                  </a:lnTo>
                  <a:lnTo>
                    <a:pt x="91193" y="8171"/>
                  </a:lnTo>
                  <a:lnTo>
                    <a:pt x="94931" y="8297"/>
                  </a:lnTo>
                  <a:lnTo>
                    <a:pt x="94931" y="8297"/>
                  </a:lnTo>
                  <a:lnTo>
                    <a:pt x="94072" y="5494"/>
                  </a:lnTo>
                  <a:lnTo>
                    <a:pt x="97355" y="5039"/>
                  </a:lnTo>
                  <a:lnTo>
                    <a:pt x="99805" y="7110"/>
                  </a:lnTo>
                  <a:lnTo>
                    <a:pt x="100664" y="10140"/>
                  </a:lnTo>
                  <a:lnTo>
                    <a:pt x="103871" y="11075"/>
                  </a:lnTo>
                  <a:lnTo>
                    <a:pt x="102722" y="8991"/>
                  </a:lnTo>
                  <a:lnTo>
                    <a:pt x="103922" y="8385"/>
                  </a:lnTo>
                  <a:lnTo>
                    <a:pt x="105121" y="8486"/>
                  </a:lnTo>
                  <a:lnTo>
                    <a:pt x="107987" y="8486"/>
                  </a:lnTo>
                  <a:lnTo>
                    <a:pt x="106763" y="5153"/>
                  </a:lnTo>
                  <a:lnTo>
                    <a:pt x="108265" y="4180"/>
                  </a:lnTo>
                  <a:lnTo>
                    <a:pt x="112319" y="3890"/>
                  </a:lnTo>
                  <a:lnTo>
                    <a:pt x="114377" y="4723"/>
                  </a:lnTo>
                  <a:lnTo>
                    <a:pt x="117761" y="5860"/>
                  </a:lnTo>
                  <a:lnTo>
                    <a:pt x="119895" y="4673"/>
                  </a:lnTo>
                  <a:lnTo>
                    <a:pt x="122142" y="5001"/>
                  </a:lnTo>
                  <a:lnTo>
                    <a:pt x="123216" y="7236"/>
                  </a:lnTo>
                  <a:lnTo>
                    <a:pt x="125084" y="7236"/>
                  </a:lnTo>
                  <a:lnTo>
                    <a:pt x="127749" y="5544"/>
                  </a:lnTo>
                  <a:lnTo>
                    <a:pt x="130489" y="4332"/>
                  </a:lnTo>
                  <a:lnTo>
                    <a:pt x="130981" y="5532"/>
                  </a:lnTo>
                  <a:lnTo>
                    <a:pt x="134580" y="5494"/>
                  </a:lnTo>
                  <a:lnTo>
                    <a:pt x="132105" y="3069"/>
                  </a:lnTo>
                  <a:lnTo>
                    <a:pt x="134769" y="2817"/>
                  </a:lnTo>
                  <a:lnTo>
                    <a:pt x="142080" y="2817"/>
                  </a:lnTo>
                  <a:lnTo>
                    <a:pt x="142813" y="3713"/>
                  </a:lnTo>
                  <a:lnTo>
                    <a:pt x="144858" y="3776"/>
                  </a:lnTo>
                  <a:lnTo>
                    <a:pt x="144858" y="2337"/>
                  </a:lnTo>
                  <a:lnTo>
                    <a:pt x="147864" y="2779"/>
                  </a:lnTo>
                  <a:lnTo>
                    <a:pt x="148432" y="4989"/>
                  </a:lnTo>
                  <a:lnTo>
                    <a:pt x="149657" y="6643"/>
                  </a:lnTo>
                  <a:lnTo>
                    <a:pt x="149101" y="8309"/>
                  </a:lnTo>
                  <a:lnTo>
                    <a:pt x="147990" y="7564"/>
                  </a:lnTo>
                  <a:lnTo>
                    <a:pt x="146601" y="8638"/>
                  </a:lnTo>
                  <a:lnTo>
                    <a:pt x="144214" y="7400"/>
                  </a:lnTo>
                  <a:lnTo>
                    <a:pt x="144846" y="11163"/>
                  </a:lnTo>
                  <a:lnTo>
                    <a:pt x="144278" y="13461"/>
                  </a:lnTo>
                  <a:lnTo>
                    <a:pt x="147662" y="14724"/>
                  </a:lnTo>
                  <a:lnTo>
                    <a:pt x="148823" y="17944"/>
                  </a:lnTo>
                  <a:lnTo>
                    <a:pt x="148356" y="17944"/>
                  </a:lnTo>
                  <a:lnTo>
                    <a:pt x="145995" y="19118"/>
                  </a:lnTo>
                  <a:lnTo>
                    <a:pt x="144846" y="21012"/>
                  </a:lnTo>
                  <a:lnTo>
                    <a:pt x="144846" y="23373"/>
                  </a:lnTo>
                  <a:lnTo>
                    <a:pt x="142775" y="23096"/>
                  </a:lnTo>
                  <a:lnTo>
                    <a:pt x="139770" y="25040"/>
                  </a:lnTo>
                  <a:lnTo>
                    <a:pt x="140111" y="28311"/>
                  </a:lnTo>
                  <a:lnTo>
                    <a:pt x="141992" y="29788"/>
                  </a:lnTo>
                  <a:lnTo>
                    <a:pt x="142257" y="31745"/>
                  </a:lnTo>
                  <a:lnTo>
                    <a:pt x="142396" y="33387"/>
                  </a:lnTo>
                  <a:lnTo>
                    <a:pt x="143154" y="36000"/>
                  </a:lnTo>
                  <a:lnTo>
                    <a:pt x="141727" y="39271"/>
                  </a:lnTo>
                  <a:lnTo>
                    <a:pt x="141702" y="42604"/>
                  </a:lnTo>
                  <a:lnTo>
                    <a:pt x="141070" y="43135"/>
                  </a:lnTo>
                  <a:lnTo>
                    <a:pt x="141070" y="42440"/>
                  </a:lnTo>
                  <a:lnTo>
                    <a:pt x="140060" y="38993"/>
                  </a:lnTo>
                  <a:lnTo>
                    <a:pt x="136651" y="34245"/>
                  </a:lnTo>
                  <a:lnTo>
                    <a:pt x="136651" y="31025"/>
                  </a:lnTo>
                  <a:lnTo>
                    <a:pt x="138078" y="25255"/>
                  </a:lnTo>
                  <a:lnTo>
                    <a:pt x="138797" y="21151"/>
                  </a:lnTo>
                  <a:lnTo>
                    <a:pt x="136663" y="19939"/>
                  </a:lnTo>
                  <a:lnTo>
                    <a:pt x="136663" y="22300"/>
                  </a:lnTo>
                  <a:lnTo>
                    <a:pt x="136158" y="23437"/>
                  </a:lnTo>
                  <a:lnTo>
                    <a:pt x="135578" y="21947"/>
                  </a:lnTo>
                  <a:lnTo>
                    <a:pt x="132244" y="23424"/>
                  </a:lnTo>
                  <a:lnTo>
                    <a:pt x="132244" y="28765"/>
                  </a:lnTo>
                  <a:lnTo>
                    <a:pt x="130312" y="29295"/>
                  </a:lnTo>
                  <a:lnTo>
                    <a:pt x="126890" y="29295"/>
                  </a:lnTo>
                  <a:lnTo>
                    <a:pt x="124504" y="30722"/>
                  </a:lnTo>
                  <a:lnTo>
                    <a:pt x="123645" y="33576"/>
                  </a:lnTo>
                  <a:lnTo>
                    <a:pt x="121435" y="38008"/>
                  </a:lnTo>
                  <a:lnTo>
                    <a:pt x="122685" y="39006"/>
                  </a:lnTo>
                  <a:lnTo>
                    <a:pt x="124163" y="39586"/>
                  </a:lnTo>
                  <a:lnTo>
                    <a:pt x="126297" y="40193"/>
                  </a:lnTo>
                  <a:lnTo>
                    <a:pt x="127862" y="41657"/>
                  </a:lnTo>
                  <a:lnTo>
                    <a:pt x="128582" y="44549"/>
                  </a:lnTo>
                  <a:lnTo>
                    <a:pt x="129706" y="47706"/>
                  </a:lnTo>
                  <a:lnTo>
                    <a:pt x="128178" y="52403"/>
                  </a:lnTo>
                  <a:lnTo>
                    <a:pt x="126461" y="55358"/>
                  </a:lnTo>
                  <a:lnTo>
                    <a:pt x="125274" y="54676"/>
                  </a:lnTo>
                  <a:lnTo>
                    <a:pt x="123733" y="55951"/>
                  </a:lnTo>
                  <a:lnTo>
                    <a:pt x="123620" y="58792"/>
                  </a:lnTo>
                  <a:lnTo>
                    <a:pt x="122067" y="60118"/>
                  </a:lnTo>
                  <a:lnTo>
                    <a:pt x="122673" y="61393"/>
                  </a:lnTo>
                  <a:lnTo>
                    <a:pt x="124314" y="63098"/>
                  </a:lnTo>
                  <a:lnTo>
                    <a:pt x="124807" y="65131"/>
                  </a:lnTo>
                  <a:lnTo>
                    <a:pt x="123342" y="66305"/>
                  </a:lnTo>
                  <a:lnTo>
                    <a:pt x="122786" y="65750"/>
                  </a:lnTo>
                  <a:lnTo>
                    <a:pt x="122786" y="64196"/>
                  </a:lnTo>
                  <a:lnTo>
                    <a:pt x="121801" y="62997"/>
                  </a:lnTo>
                  <a:lnTo>
                    <a:pt x="120854" y="61317"/>
                  </a:lnTo>
                  <a:lnTo>
                    <a:pt x="119465" y="60143"/>
                  </a:lnTo>
                  <a:lnTo>
                    <a:pt x="118241" y="60762"/>
                  </a:lnTo>
                  <a:lnTo>
                    <a:pt x="118241" y="60762"/>
                  </a:lnTo>
                  <a:lnTo>
                    <a:pt x="118645" y="59297"/>
                  </a:lnTo>
                  <a:lnTo>
                    <a:pt x="117079" y="58514"/>
                  </a:lnTo>
                  <a:lnTo>
                    <a:pt x="116132" y="60396"/>
                  </a:lnTo>
                  <a:lnTo>
                    <a:pt x="114112" y="61583"/>
                  </a:lnTo>
                  <a:lnTo>
                    <a:pt x="114970" y="62719"/>
                  </a:lnTo>
                  <a:lnTo>
                    <a:pt x="116056" y="63931"/>
                  </a:lnTo>
                  <a:lnTo>
                    <a:pt x="117622" y="63376"/>
                  </a:lnTo>
                  <a:lnTo>
                    <a:pt x="118607" y="63691"/>
                  </a:lnTo>
                  <a:lnTo>
                    <a:pt x="115968" y="65497"/>
                  </a:lnTo>
                  <a:lnTo>
                    <a:pt x="117597" y="67530"/>
                  </a:lnTo>
                  <a:lnTo>
                    <a:pt x="119011" y="70371"/>
                  </a:lnTo>
                  <a:lnTo>
                    <a:pt x="119011" y="73919"/>
                  </a:lnTo>
                  <a:lnTo>
                    <a:pt x="118266" y="76028"/>
                  </a:lnTo>
                  <a:lnTo>
                    <a:pt x="116574" y="79096"/>
                  </a:lnTo>
                  <a:lnTo>
                    <a:pt x="112824" y="80978"/>
                  </a:lnTo>
                  <a:lnTo>
                    <a:pt x="111245" y="82114"/>
                  </a:lnTo>
                  <a:lnTo>
                    <a:pt x="110740" y="80940"/>
                  </a:lnTo>
                  <a:lnTo>
                    <a:pt x="110462" y="81041"/>
                  </a:lnTo>
                  <a:cubicBezTo>
                    <a:pt x="110159" y="81142"/>
                    <a:pt x="108594" y="81697"/>
                    <a:pt x="108253" y="81912"/>
                  </a:cubicBezTo>
                  <a:cubicBezTo>
                    <a:pt x="107886" y="82165"/>
                    <a:pt x="107634" y="83276"/>
                    <a:pt x="107520" y="83907"/>
                  </a:cubicBezTo>
                  <a:lnTo>
                    <a:pt x="107495" y="84008"/>
                  </a:lnTo>
                  <a:lnTo>
                    <a:pt x="108341" y="85688"/>
                  </a:lnTo>
                  <a:lnTo>
                    <a:pt x="110197" y="87468"/>
                  </a:lnTo>
                  <a:lnTo>
                    <a:pt x="110197" y="90852"/>
                  </a:lnTo>
                  <a:cubicBezTo>
                    <a:pt x="110046" y="91092"/>
                    <a:pt x="109174" y="91824"/>
                    <a:pt x="108379" y="92430"/>
                  </a:cubicBezTo>
                  <a:lnTo>
                    <a:pt x="107760" y="92115"/>
                  </a:lnTo>
                  <a:lnTo>
                    <a:pt x="106093" y="90360"/>
                  </a:lnTo>
                  <a:lnTo>
                    <a:pt x="104161" y="88541"/>
                  </a:lnTo>
                  <a:lnTo>
                    <a:pt x="103164" y="89829"/>
                  </a:lnTo>
                  <a:lnTo>
                    <a:pt x="102823" y="92203"/>
                  </a:lnTo>
                  <a:lnTo>
                    <a:pt x="103492" y="93756"/>
                  </a:lnTo>
                  <a:lnTo>
                    <a:pt x="104679" y="95398"/>
                  </a:lnTo>
                  <a:lnTo>
                    <a:pt x="106321" y="96648"/>
                  </a:lnTo>
                  <a:lnTo>
                    <a:pt x="106611" y="98239"/>
                  </a:lnTo>
                  <a:lnTo>
                    <a:pt x="107028" y="99602"/>
                  </a:lnTo>
                  <a:lnTo>
                    <a:pt x="105689" y="99047"/>
                  </a:lnTo>
                  <a:lnTo>
                    <a:pt x="104313" y="97254"/>
                  </a:lnTo>
                  <a:lnTo>
                    <a:pt x="103290" y="95082"/>
                  </a:lnTo>
                  <a:lnTo>
                    <a:pt x="101371" y="94072"/>
                  </a:lnTo>
                  <a:lnTo>
                    <a:pt x="101371" y="90056"/>
                  </a:lnTo>
                  <a:lnTo>
                    <a:pt x="99351" y="85725"/>
                  </a:lnTo>
                  <a:lnTo>
                    <a:pt x="97583" y="86773"/>
                  </a:lnTo>
                  <a:lnTo>
                    <a:pt x="97583" y="83756"/>
                  </a:lnTo>
                  <a:lnTo>
                    <a:pt x="95739" y="82897"/>
                  </a:lnTo>
                  <a:lnTo>
                    <a:pt x="94944" y="79690"/>
                  </a:lnTo>
                  <a:lnTo>
                    <a:pt x="91774" y="80422"/>
                  </a:lnTo>
                  <a:lnTo>
                    <a:pt x="90423" y="82278"/>
                  </a:lnTo>
                  <a:lnTo>
                    <a:pt x="87431" y="84980"/>
                  </a:lnTo>
                  <a:lnTo>
                    <a:pt x="85372" y="86773"/>
                  </a:lnTo>
                  <a:lnTo>
                    <a:pt x="84324" y="88503"/>
                  </a:lnTo>
                  <a:lnTo>
                    <a:pt x="84324" y="91546"/>
                  </a:lnTo>
                  <a:lnTo>
                    <a:pt x="82961" y="93706"/>
                  </a:lnTo>
                  <a:lnTo>
                    <a:pt x="82620" y="92456"/>
                  </a:lnTo>
                  <a:lnTo>
                    <a:pt x="81142" y="89084"/>
                  </a:lnTo>
                  <a:lnTo>
                    <a:pt x="79791" y="86180"/>
                  </a:lnTo>
                  <a:lnTo>
                    <a:pt x="79160" y="83465"/>
                  </a:lnTo>
                  <a:lnTo>
                    <a:pt x="78377" y="80359"/>
                  </a:lnTo>
                  <a:lnTo>
                    <a:pt x="76837" y="82152"/>
                  </a:lnTo>
                  <a:lnTo>
                    <a:pt x="75890" y="82000"/>
                  </a:lnTo>
                  <a:lnTo>
                    <a:pt x="74602" y="79803"/>
                  </a:lnTo>
                  <a:lnTo>
                    <a:pt x="71773" y="77745"/>
                  </a:lnTo>
                  <a:lnTo>
                    <a:pt x="68326" y="78175"/>
                  </a:lnTo>
                  <a:lnTo>
                    <a:pt x="65687" y="77770"/>
                  </a:lnTo>
                  <a:lnTo>
                    <a:pt x="63957" y="76849"/>
                  </a:lnTo>
                  <a:lnTo>
                    <a:pt x="62113" y="76710"/>
                  </a:lnTo>
                  <a:lnTo>
                    <a:pt x="60118" y="75624"/>
                  </a:lnTo>
                  <a:lnTo>
                    <a:pt x="56999" y="73086"/>
                  </a:lnTo>
                  <a:lnTo>
                    <a:pt x="55737" y="75232"/>
                  </a:lnTo>
                  <a:lnTo>
                    <a:pt x="57782" y="76912"/>
                  </a:lnTo>
                  <a:lnTo>
                    <a:pt x="59108" y="79349"/>
                  </a:lnTo>
                  <a:lnTo>
                    <a:pt x="61419" y="79235"/>
                  </a:lnTo>
                  <a:lnTo>
                    <a:pt x="63717" y="78541"/>
                  </a:lnTo>
                  <a:lnTo>
                    <a:pt x="64954" y="79879"/>
                  </a:lnTo>
                  <a:lnTo>
                    <a:pt x="66394" y="81306"/>
                  </a:lnTo>
                  <a:lnTo>
                    <a:pt x="65636" y="83187"/>
                  </a:lnTo>
                  <a:lnTo>
                    <a:pt x="64538" y="85208"/>
                  </a:lnTo>
                  <a:lnTo>
                    <a:pt x="60775" y="87140"/>
                  </a:lnTo>
                  <a:lnTo>
                    <a:pt x="57025" y="87973"/>
                  </a:lnTo>
                  <a:lnTo>
                    <a:pt x="53805" y="89425"/>
                  </a:lnTo>
                  <a:lnTo>
                    <a:pt x="53388" y="88263"/>
                  </a:lnTo>
                  <a:lnTo>
                    <a:pt x="52100" y="85132"/>
                  </a:lnTo>
                  <a:lnTo>
                    <a:pt x="50105" y="83554"/>
                  </a:lnTo>
                  <a:lnTo>
                    <a:pt x="49297" y="81230"/>
                  </a:lnTo>
                  <a:lnTo>
                    <a:pt x="47782" y="78831"/>
                  </a:lnTo>
                  <a:lnTo>
                    <a:pt x="45117" y="75169"/>
                  </a:lnTo>
                  <a:lnTo>
                    <a:pt x="43387" y="75801"/>
                  </a:lnTo>
                  <a:lnTo>
                    <a:pt x="44284" y="77341"/>
                  </a:lnTo>
                  <a:lnTo>
                    <a:pt x="45332" y="80182"/>
                  </a:lnTo>
                  <a:lnTo>
                    <a:pt x="46203" y="81382"/>
                  </a:lnTo>
                  <a:lnTo>
                    <a:pt x="48325" y="86281"/>
                  </a:lnTo>
                  <a:lnTo>
                    <a:pt x="49726" y="87241"/>
                  </a:lnTo>
                  <a:lnTo>
                    <a:pt x="51772" y="89198"/>
                  </a:lnTo>
                  <a:lnTo>
                    <a:pt x="52264" y="90271"/>
                  </a:lnTo>
                  <a:lnTo>
                    <a:pt x="53009" y="92506"/>
                  </a:lnTo>
                  <a:lnTo>
                    <a:pt x="54550" y="91736"/>
                  </a:lnTo>
                  <a:lnTo>
                    <a:pt x="58287" y="91218"/>
                  </a:lnTo>
                  <a:lnTo>
                    <a:pt x="59525" y="90612"/>
                  </a:lnTo>
                  <a:lnTo>
                    <a:pt x="59904" y="91837"/>
                  </a:lnTo>
                  <a:cubicBezTo>
                    <a:pt x="59664" y="92443"/>
                    <a:pt x="59070" y="93946"/>
                    <a:pt x="59070" y="94362"/>
                  </a:cubicBezTo>
                  <a:cubicBezTo>
                    <a:pt x="59045" y="94615"/>
                    <a:pt x="58338" y="96016"/>
                    <a:pt x="57681" y="97191"/>
                  </a:cubicBezTo>
                  <a:lnTo>
                    <a:pt x="54487" y="99148"/>
                  </a:lnTo>
                  <a:lnTo>
                    <a:pt x="51784" y="102128"/>
                  </a:lnTo>
                  <a:lnTo>
                    <a:pt x="48855" y="104792"/>
                  </a:lnTo>
                  <a:lnTo>
                    <a:pt x="49474" y="106408"/>
                  </a:lnTo>
                  <a:lnTo>
                    <a:pt x="49411" y="108719"/>
                  </a:lnTo>
                  <a:lnTo>
                    <a:pt x="50257" y="110727"/>
                  </a:lnTo>
                  <a:lnTo>
                    <a:pt x="50257" y="113189"/>
                  </a:lnTo>
                  <a:lnTo>
                    <a:pt x="48767" y="115487"/>
                  </a:lnTo>
                  <a:lnTo>
                    <a:pt x="44587" y="118694"/>
                  </a:lnTo>
                  <a:lnTo>
                    <a:pt x="44587" y="120096"/>
                  </a:lnTo>
                  <a:lnTo>
                    <a:pt x="44297" y="123897"/>
                  </a:lnTo>
                  <a:lnTo>
                    <a:pt x="42845" y="123897"/>
                  </a:lnTo>
                  <a:lnTo>
                    <a:pt x="42175" y="126927"/>
                  </a:lnTo>
                  <a:lnTo>
                    <a:pt x="39713" y="129730"/>
                  </a:lnTo>
                  <a:lnTo>
                    <a:pt x="38084" y="131536"/>
                  </a:lnTo>
                  <a:lnTo>
                    <a:pt x="35647" y="133367"/>
                  </a:lnTo>
                  <a:lnTo>
                    <a:pt x="31404" y="133367"/>
                  </a:lnTo>
                  <a:lnTo>
                    <a:pt x="29776" y="130842"/>
                  </a:lnTo>
                  <a:lnTo>
                    <a:pt x="29371" y="128581"/>
                  </a:lnTo>
                  <a:lnTo>
                    <a:pt x="28210" y="126334"/>
                  </a:lnTo>
                  <a:lnTo>
                    <a:pt x="26278" y="123796"/>
                  </a:lnTo>
                  <a:lnTo>
                    <a:pt x="26278" y="120222"/>
                  </a:lnTo>
                  <a:lnTo>
                    <a:pt x="24384" y="117495"/>
                  </a:lnTo>
                  <a:lnTo>
                    <a:pt x="24384" y="115285"/>
                  </a:lnTo>
                  <a:lnTo>
                    <a:pt x="26278" y="112659"/>
                  </a:lnTo>
                  <a:lnTo>
                    <a:pt x="26278" y="109654"/>
                  </a:lnTo>
                  <a:lnTo>
                    <a:pt x="25672" y="106509"/>
                  </a:lnTo>
                  <a:lnTo>
                    <a:pt x="23563" y="103340"/>
                  </a:lnTo>
                  <a:lnTo>
                    <a:pt x="23992" y="99262"/>
                  </a:lnTo>
                  <a:lnTo>
                    <a:pt x="22679" y="97140"/>
                  </a:lnTo>
                  <a:lnTo>
                    <a:pt x="19838" y="97279"/>
                  </a:lnTo>
                  <a:lnTo>
                    <a:pt x="18916" y="95701"/>
                  </a:lnTo>
                  <a:lnTo>
                    <a:pt x="16353" y="95410"/>
                  </a:lnTo>
                  <a:lnTo>
                    <a:pt x="13600" y="96787"/>
                  </a:lnTo>
                  <a:lnTo>
                    <a:pt x="11113" y="96787"/>
                  </a:lnTo>
                  <a:lnTo>
                    <a:pt x="8486" y="97090"/>
                  </a:lnTo>
                  <a:lnTo>
                    <a:pt x="5570" y="95385"/>
                  </a:lnTo>
                  <a:lnTo>
                    <a:pt x="1453" y="91067"/>
                  </a:lnTo>
                  <a:lnTo>
                    <a:pt x="645" y="87746"/>
                  </a:lnTo>
                  <a:lnTo>
                    <a:pt x="1175" y="84905"/>
                  </a:lnTo>
                  <a:lnTo>
                    <a:pt x="658" y="82518"/>
                  </a:lnTo>
                  <a:lnTo>
                    <a:pt x="1642" y="80132"/>
                  </a:lnTo>
                  <a:lnTo>
                    <a:pt x="4029" y="76306"/>
                  </a:lnTo>
                  <a:lnTo>
                    <a:pt x="6681" y="74386"/>
                  </a:lnTo>
                  <a:lnTo>
                    <a:pt x="7325" y="72353"/>
                  </a:lnTo>
                  <a:lnTo>
                    <a:pt x="9055" y="70523"/>
                  </a:lnTo>
                  <a:lnTo>
                    <a:pt x="10683" y="68894"/>
                  </a:lnTo>
                  <a:lnTo>
                    <a:pt x="11870" y="69487"/>
                  </a:lnTo>
                  <a:lnTo>
                    <a:pt x="16328" y="67858"/>
                  </a:lnTo>
                  <a:lnTo>
                    <a:pt x="20457" y="67871"/>
                  </a:lnTo>
                  <a:lnTo>
                    <a:pt x="22490" y="67543"/>
                  </a:lnTo>
                  <a:lnTo>
                    <a:pt x="23639" y="67795"/>
                  </a:lnTo>
                  <a:lnTo>
                    <a:pt x="24005" y="70560"/>
                  </a:lnTo>
                  <a:lnTo>
                    <a:pt x="26619" y="71116"/>
                  </a:lnTo>
                  <a:lnTo>
                    <a:pt x="29334" y="73338"/>
                  </a:lnTo>
                  <a:lnTo>
                    <a:pt x="31152" y="71747"/>
                  </a:lnTo>
                  <a:lnTo>
                    <a:pt x="32894" y="71457"/>
                  </a:lnTo>
                  <a:lnTo>
                    <a:pt x="38349" y="73035"/>
                  </a:lnTo>
                  <a:lnTo>
                    <a:pt x="41784" y="72505"/>
                  </a:lnTo>
                  <a:lnTo>
                    <a:pt x="44739" y="71154"/>
                  </a:lnTo>
                  <a:lnTo>
                    <a:pt x="45648" y="67719"/>
                  </a:lnTo>
                  <a:lnTo>
                    <a:pt x="44461" y="65989"/>
                  </a:lnTo>
                  <a:lnTo>
                    <a:pt x="41910" y="67442"/>
                  </a:lnTo>
                  <a:lnTo>
                    <a:pt x="39347" y="66785"/>
                  </a:lnTo>
                  <a:lnTo>
                    <a:pt x="37819" y="65762"/>
                  </a:lnTo>
                  <a:lnTo>
                    <a:pt x="38715" y="63590"/>
                  </a:lnTo>
                  <a:lnTo>
                    <a:pt x="40067" y="62820"/>
                  </a:lnTo>
                  <a:lnTo>
                    <a:pt x="42466" y="62227"/>
                  </a:lnTo>
                  <a:lnTo>
                    <a:pt x="45610" y="63073"/>
                  </a:lnTo>
                  <a:lnTo>
                    <a:pt x="50244" y="62075"/>
                  </a:lnTo>
                  <a:lnTo>
                    <a:pt x="47946" y="60345"/>
                  </a:lnTo>
                  <a:lnTo>
                    <a:pt x="45458" y="57782"/>
                  </a:lnTo>
                  <a:lnTo>
                    <a:pt x="46304" y="55206"/>
                  </a:lnTo>
                  <a:lnTo>
                    <a:pt x="43501" y="56999"/>
                  </a:lnTo>
                  <a:lnTo>
                    <a:pt x="43602" y="58312"/>
                  </a:lnTo>
                  <a:lnTo>
                    <a:pt x="42289" y="58312"/>
                  </a:lnTo>
                  <a:lnTo>
                    <a:pt x="41632" y="55938"/>
                  </a:lnTo>
                  <a:lnTo>
                    <a:pt x="39511" y="56469"/>
                  </a:lnTo>
                  <a:lnTo>
                    <a:pt x="37832" y="60042"/>
                  </a:lnTo>
                  <a:lnTo>
                    <a:pt x="37933" y="62265"/>
                  </a:lnTo>
                  <a:lnTo>
                    <a:pt x="36632" y="62530"/>
                  </a:lnTo>
                  <a:lnTo>
                    <a:pt x="35167" y="62757"/>
                  </a:lnTo>
                  <a:lnTo>
                    <a:pt x="33639" y="64398"/>
                  </a:lnTo>
                  <a:lnTo>
                    <a:pt x="34776" y="65750"/>
                  </a:lnTo>
                  <a:lnTo>
                    <a:pt x="33829" y="66659"/>
                  </a:lnTo>
                  <a:lnTo>
                    <a:pt x="32427" y="65585"/>
                  </a:lnTo>
                  <a:lnTo>
                    <a:pt x="30988" y="61886"/>
                  </a:lnTo>
                  <a:lnTo>
                    <a:pt x="28033" y="58893"/>
                  </a:lnTo>
                  <a:lnTo>
                    <a:pt x="25242" y="56974"/>
                  </a:lnTo>
                  <a:lnTo>
                    <a:pt x="24636" y="59146"/>
                  </a:lnTo>
                  <a:lnTo>
                    <a:pt x="27136" y="61595"/>
                  </a:lnTo>
                  <a:lnTo>
                    <a:pt x="29712" y="63085"/>
                  </a:lnTo>
                  <a:lnTo>
                    <a:pt x="29574" y="63401"/>
                  </a:lnTo>
                  <a:lnTo>
                    <a:pt x="28172" y="62921"/>
                  </a:lnTo>
                  <a:lnTo>
                    <a:pt x="28172" y="64967"/>
                  </a:lnTo>
                  <a:lnTo>
                    <a:pt x="27541" y="65333"/>
                  </a:lnTo>
                  <a:lnTo>
                    <a:pt x="27541" y="64537"/>
                  </a:lnTo>
                  <a:lnTo>
                    <a:pt x="26720" y="63148"/>
                  </a:lnTo>
                  <a:lnTo>
                    <a:pt x="25255" y="61785"/>
                  </a:lnTo>
                  <a:lnTo>
                    <a:pt x="23273" y="59575"/>
                  </a:lnTo>
                  <a:lnTo>
                    <a:pt x="21467" y="59575"/>
                  </a:lnTo>
                  <a:lnTo>
                    <a:pt x="20141" y="60295"/>
                  </a:lnTo>
                  <a:lnTo>
                    <a:pt x="17515" y="59600"/>
                  </a:lnTo>
                  <a:lnTo>
                    <a:pt x="17174" y="61557"/>
                  </a:lnTo>
                  <a:lnTo>
                    <a:pt x="16277" y="61949"/>
                  </a:lnTo>
                  <a:lnTo>
                    <a:pt x="15179" y="63919"/>
                  </a:lnTo>
                  <a:lnTo>
                    <a:pt x="13386" y="66507"/>
                  </a:lnTo>
                  <a:lnTo>
                    <a:pt x="11391" y="66406"/>
                  </a:lnTo>
                  <a:lnTo>
                    <a:pt x="10065" y="67176"/>
                  </a:lnTo>
                  <a:lnTo>
                    <a:pt x="9143" y="66381"/>
                  </a:lnTo>
                  <a:lnTo>
                    <a:pt x="6719" y="65649"/>
                  </a:lnTo>
                  <a:lnTo>
                    <a:pt x="6719" y="60610"/>
                  </a:lnTo>
                  <a:lnTo>
                    <a:pt x="8827" y="59499"/>
                  </a:lnTo>
                  <a:lnTo>
                    <a:pt x="12413" y="59954"/>
                  </a:lnTo>
                  <a:lnTo>
                    <a:pt x="14156" y="58148"/>
                  </a:lnTo>
                  <a:lnTo>
                    <a:pt x="13070" y="55825"/>
                  </a:lnTo>
                  <a:lnTo>
                    <a:pt x="12110" y="55320"/>
                  </a:lnTo>
                  <a:lnTo>
                    <a:pt x="13045" y="55168"/>
                  </a:lnTo>
                  <a:lnTo>
                    <a:pt x="14749" y="55168"/>
                  </a:lnTo>
                  <a:lnTo>
                    <a:pt x="16694" y="53186"/>
                  </a:lnTo>
                  <a:lnTo>
                    <a:pt x="17616" y="49840"/>
                  </a:lnTo>
                  <a:lnTo>
                    <a:pt x="20381" y="48691"/>
                  </a:lnTo>
                  <a:lnTo>
                    <a:pt x="20608" y="45913"/>
                  </a:lnTo>
                  <a:lnTo>
                    <a:pt x="21568" y="44764"/>
                  </a:lnTo>
                  <a:lnTo>
                    <a:pt x="22250" y="45559"/>
                  </a:lnTo>
                  <a:lnTo>
                    <a:pt x="21442" y="48211"/>
                  </a:lnTo>
                  <a:lnTo>
                    <a:pt x="25924" y="48211"/>
                  </a:lnTo>
                  <a:lnTo>
                    <a:pt x="29788" y="47504"/>
                  </a:lnTo>
                  <a:lnTo>
                    <a:pt x="30558" y="44915"/>
                  </a:lnTo>
                  <a:lnTo>
                    <a:pt x="31733" y="43539"/>
                  </a:lnTo>
                  <a:lnTo>
                    <a:pt x="32023" y="41910"/>
                  </a:lnTo>
                  <a:lnTo>
                    <a:pt x="34687" y="41821"/>
                  </a:lnTo>
                  <a:lnTo>
                    <a:pt x="37390" y="40129"/>
                  </a:lnTo>
                  <a:lnTo>
                    <a:pt x="35369" y="38841"/>
                  </a:lnTo>
                  <a:lnTo>
                    <a:pt x="32768" y="39599"/>
                  </a:lnTo>
                  <a:lnTo>
                    <a:pt x="31253" y="39422"/>
                  </a:lnTo>
                  <a:lnTo>
                    <a:pt x="30205" y="36303"/>
                  </a:lnTo>
                  <a:lnTo>
                    <a:pt x="33147" y="32604"/>
                  </a:lnTo>
                  <a:lnTo>
                    <a:pt x="31202" y="31215"/>
                  </a:lnTo>
                  <a:lnTo>
                    <a:pt x="29586" y="32591"/>
                  </a:lnTo>
                  <a:lnTo>
                    <a:pt x="28955" y="34372"/>
                  </a:lnTo>
                  <a:lnTo>
                    <a:pt x="27136" y="35874"/>
                  </a:lnTo>
                  <a:lnTo>
                    <a:pt x="26897" y="38425"/>
                  </a:lnTo>
                  <a:lnTo>
                    <a:pt x="28462" y="40723"/>
                  </a:lnTo>
                  <a:cubicBezTo>
                    <a:pt x="28361" y="41241"/>
                    <a:pt x="28071" y="42667"/>
                    <a:pt x="28071" y="42933"/>
                  </a:cubicBezTo>
                  <a:cubicBezTo>
                    <a:pt x="28008" y="43147"/>
                    <a:pt x="27288" y="44233"/>
                    <a:pt x="26619" y="45155"/>
                  </a:cubicBezTo>
                  <a:lnTo>
                    <a:pt x="24131" y="44902"/>
                  </a:lnTo>
                  <a:lnTo>
                    <a:pt x="24308" y="43640"/>
                  </a:lnTo>
                  <a:lnTo>
                    <a:pt x="22553" y="40622"/>
                  </a:lnTo>
                  <a:lnTo>
                    <a:pt x="21076" y="42465"/>
                  </a:lnTo>
                  <a:lnTo>
                    <a:pt x="19687" y="42718"/>
                  </a:lnTo>
                  <a:lnTo>
                    <a:pt x="18740" y="39321"/>
                  </a:lnTo>
                  <a:lnTo>
                    <a:pt x="19510" y="37680"/>
                  </a:lnTo>
                  <a:lnTo>
                    <a:pt x="21985" y="35205"/>
                  </a:lnTo>
                  <a:lnTo>
                    <a:pt x="23386" y="32326"/>
                  </a:lnTo>
                  <a:lnTo>
                    <a:pt x="25874" y="28790"/>
                  </a:lnTo>
                  <a:lnTo>
                    <a:pt x="29712" y="24750"/>
                  </a:lnTo>
                  <a:lnTo>
                    <a:pt x="33021" y="23639"/>
                  </a:lnTo>
                  <a:lnTo>
                    <a:pt x="35294" y="24232"/>
                  </a:lnTo>
                  <a:lnTo>
                    <a:pt x="38008" y="25381"/>
                  </a:lnTo>
                  <a:lnTo>
                    <a:pt x="41481" y="27212"/>
                  </a:lnTo>
                  <a:lnTo>
                    <a:pt x="42188" y="29068"/>
                  </a:lnTo>
                  <a:lnTo>
                    <a:pt x="41039" y="29813"/>
                  </a:lnTo>
                  <a:lnTo>
                    <a:pt x="36556" y="28942"/>
                  </a:lnTo>
                  <a:lnTo>
                    <a:pt x="39284" y="30975"/>
                  </a:lnTo>
                  <a:lnTo>
                    <a:pt x="40976" y="34245"/>
                  </a:lnTo>
                  <a:lnTo>
                    <a:pt x="41910" y="32781"/>
                  </a:lnTo>
                  <a:lnTo>
                    <a:pt x="44436" y="32907"/>
                  </a:lnTo>
                  <a:lnTo>
                    <a:pt x="43135" y="30886"/>
                  </a:lnTo>
                  <a:lnTo>
                    <a:pt x="45181" y="29712"/>
                  </a:lnTo>
                  <a:lnTo>
                    <a:pt x="45471" y="27237"/>
                  </a:lnTo>
                  <a:lnTo>
                    <a:pt x="46191" y="27528"/>
                  </a:lnTo>
                  <a:lnTo>
                    <a:pt x="46809" y="30634"/>
                  </a:lnTo>
                  <a:lnTo>
                    <a:pt x="49082" y="27982"/>
                  </a:lnTo>
                  <a:lnTo>
                    <a:pt x="52971" y="25924"/>
                  </a:lnTo>
                  <a:lnTo>
                    <a:pt x="56330" y="25217"/>
                  </a:lnTo>
                  <a:lnTo>
                    <a:pt x="55648" y="23815"/>
                  </a:lnTo>
                  <a:lnTo>
                    <a:pt x="55863" y="23159"/>
                  </a:lnTo>
                  <a:lnTo>
                    <a:pt x="58224" y="23714"/>
                  </a:lnTo>
                  <a:lnTo>
                    <a:pt x="61596" y="25406"/>
                  </a:lnTo>
                  <a:lnTo>
                    <a:pt x="61596" y="23171"/>
                  </a:lnTo>
                  <a:lnTo>
                    <a:pt x="59449" y="21277"/>
                  </a:lnTo>
                  <a:lnTo>
                    <a:pt x="59500" y="18828"/>
                  </a:lnTo>
                  <a:lnTo>
                    <a:pt x="60245" y="15532"/>
                  </a:lnTo>
                  <a:lnTo>
                    <a:pt x="61457" y="15987"/>
                  </a:lnTo>
                  <a:lnTo>
                    <a:pt x="62252" y="17944"/>
                  </a:lnTo>
                  <a:lnTo>
                    <a:pt x="63300" y="20899"/>
                  </a:lnTo>
                  <a:lnTo>
                    <a:pt x="64614" y="24333"/>
                  </a:lnTo>
                  <a:lnTo>
                    <a:pt x="63464" y="26530"/>
                  </a:lnTo>
                  <a:lnTo>
                    <a:pt x="65813" y="27364"/>
                  </a:lnTo>
                  <a:lnTo>
                    <a:pt x="67114" y="25659"/>
                  </a:lnTo>
                  <a:lnTo>
                    <a:pt x="66470" y="24270"/>
                  </a:lnTo>
                  <a:cubicBezTo>
                    <a:pt x="67215" y="24106"/>
                    <a:pt x="67947" y="23879"/>
                    <a:pt x="68667" y="23601"/>
                  </a:cubicBezTo>
                  <a:lnTo>
                    <a:pt x="69134" y="23386"/>
                  </a:lnTo>
                  <a:lnTo>
                    <a:pt x="67530" y="22060"/>
                  </a:lnTo>
                  <a:lnTo>
                    <a:pt x="65952" y="21770"/>
                  </a:lnTo>
                  <a:lnTo>
                    <a:pt x="64715" y="17982"/>
                  </a:lnTo>
                  <a:lnTo>
                    <a:pt x="65864" y="17211"/>
                  </a:lnTo>
                  <a:lnTo>
                    <a:pt x="66407" y="15696"/>
                  </a:lnTo>
                  <a:lnTo>
                    <a:pt x="69071" y="17275"/>
                  </a:lnTo>
                  <a:lnTo>
                    <a:pt x="70750" y="16252"/>
                  </a:lnTo>
                  <a:lnTo>
                    <a:pt x="68313" y="14964"/>
                  </a:lnTo>
                  <a:lnTo>
                    <a:pt x="67152" y="13726"/>
                  </a:lnTo>
                  <a:lnTo>
                    <a:pt x="70321" y="11946"/>
                  </a:lnTo>
                  <a:lnTo>
                    <a:pt x="69033" y="10683"/>
                  </a:lnTo>
                  <a:lnTo>
                    <a:pt x="70460" y="7943"/>
                  </a:lnTo>
                  <a:lnTo>
                    <a:pt x="73743" y="5481"/>
                  </a:lnTo>
                  <a:lnTo>
                    <a:pt x="74501" y="2968"/>
                  </a:lnTo>
                  <a:lnTo>
                    <a:pt x="75624" y="1554"/>
                  </a:lnTo>
                  <a:lnTo>
                    <a:pt x="77468" y="1554"/>
                  </a:lnTo>
                  <a:lnTo>
                    <a:pt x="78554" y="4206"/>
                  </a:lnTo>
                  <a:lnTo>
                    <a:pt x="80019" y="2097"/>
                  </a:lnTo>
                  <a:lnTo>
                    <a:pt x="81786" y="784"/>
                  </a:lnTo>
                  <a:close/>
                  <a:moveTo>
                    <a:pt x="81786" y="1"/>
                  </a:moveTo>
                  <a:lnTo>
                    <a:pt x="79614" y="1605"/>
                  </a:lnTo>
                  <a:lnTo>
                    <a:pt x="78705" y="2880"/>
                  </a:lnTo>
                  <a:lnTo>
                    <a:pt x="77910" y="910"/>
                  </a:lnTo>
                  <a:lnTo>
                    <a:pt x="75334" y="910"/>
                  </a:lnTo>
                  <a:lnTo>
                    <a:pt x="73983" y="2615"/>
                  </a:lnTo>
                  <a:lnTo>
                    <a:pt x="73213" y="5090"/>
                  </a:lnTo>
                  <a:lnTo>
                    <a:pt x="70043" y="7476"/>
                  </a:lnTo>
                  <a:lnTo>
                    <a:pt x="68263" y="10784"/>
                  </a:lnTo>
                  <a:lnTo>
                    <a:pt x="69286" y="11794"/>
                  </a:lnTo>
                  <a:lnTo>
                    <a:pt x="66154" y="13562"/>
                  </a:lnTo>
                  <a:lnTo>
                    <a:pt x="67897" y="15431"/>
                  </a:lnTo>
                  <a:lnTo>
                    <a:pt x="69475" y="16277"/>
                  </a:lnTo>
                  <a:lnTo>
                    <a:pt x="69071" y="16517"/>
                  </a:lnTo>
                  <a:lnTo>
                    <a:pt x="66066" y="14737"/>
                  </a:lnTo>
                  <a:lnTo>
                    <a:pt x="65346" y="16795"/>
                  </a:lnTo>
                  <a:lnTo>
                    <a:pt x="63970" y="17704"/>
                  </a:lnTo>
                  <a:lnTo>
                    <a:pt x="65472" y="22313"/>
                  </a:lnTo>
                  <a:lnTo>
                    <a:pt x="67253" y="22654"/>
                  </a:lnTo>
                  <a:lnTo>
                    <a:pt x="67934" y="23209"/>
                  </a:lnTo>
                  <a:cubicBezTo>
                    <a:pt x="67290" y="23411"/>
                    <a:pt x="66634" y="23588"/>
                    <a:pt x="65965" y="23727"/>
                  </a:cubicBezTo>
                  <a:lnTo>
                    <a:pt x="65573" y="23803"/>
                  </a:lnTo>
                  <a:lnTo>
                    <a:pt x="66394" y="25571"/>
                  </a:lnTo>
                  <a:lnTo>
                    <a:pt x="65611" y="26606"/>
                  </a:lnTo>
                  <a:lnTo>
                    <a:pt x="64386" y="26177"/>
                  </a:lnTo>
                  <a:lnTo>
                    <a:pt x="65333" y="24371"/>
                  </a:lnTo>
                  <a:lnTo>
                    <a:pt x="63906" y="20671"/>
                  </a:lnTo>
                  <a:lnTo>
                    <a:pt x="62858" y="17717"/>
                  </a:lnTo>
                  <a:lnTo>
                    <a:pt x="61962" y="15482"/>
                  </a:lnTo>
                  <a:lnTo>
                    <a:pt x="59815" y="14686"/>
                  </a:lnTo>
                  <a:lnTo>
                    <a:pt x="58894" y="18714"/>
                  </a:lnTo>
                  <a:lnTo>
                    <a:pt x="58830" y="21555"/>
                  </a:lnTo>
                  <a:lnTo>
                    <a:pt x="60990" y="23449"/>
                  </a:lnTo>
                  <a:lnTo>
                    <a:pt x="60990" y="24371"/>
                  </a:lnTo>
                  <a:lnTo>
                    <a:pt x="58502" y="23121"/>
                  </a:lnTo>
                  <a:lnTo>
                    <a:pt x="55459" y="22401"/>
                  </a:lnTo>
                  <a:lnTo>
                    <a:pt x="54992" y="23853"/>
                  </a:lnTo>
                  <a:lnTo>
                    <a:pt x="55434" y="24762"/>
                  </a:lnTo>
                  <a:lnTo>
                    <a:pt x="52807" y="25305"/>
                  </a:lnTo>
                  <a:lnTo>
                    <a:pt x="48729" y="27439"/>
                  </a:lnTo>
                  <a:lnTo>
                    <a:pt x="47176" y="29232"/>
                  </a:lnTo>
                  <a:lnTo>
                    <a:pt x="46746" y="27073"/>
                  </a:lnTo>
                  <a:lnTo>
                    <a:pt x="44941" y="26316"/>
                  </a:lnTo>
                  <a:lnTo>
                    <a:pt x="44600" y="29321"/>
                  </a:lnTo>
                  <a:lnTo>
                    <a:pt x="42238" y="30672"/>
                  </a:lnTo>
                  <a:lnTo>
                    <a:pt x="43249" y="32212"/>
                  </a:lnTo>
                  <a:lnTo>
                    <a:pt x="41582" y="32137"/>
                  </a:lnTo>
                  <a:lnTo>
                    <a:pt x="41039" y="32983"/>
                  </a:lnTo>
                  <a:lnTo>
                    <a:pt x="39814" y="30634"/>
                  </a:lnTo>
                  <a:lnTo>
                    <a:pt x="39145" y="30078"/>
                  </a:lnTo>
                  <a:lnTo>
                    <a:pt x="41178" y="30482"/>
                  </a:lnTo>
                  <a:lnTo>
                    <a:pt x="42971" y="29321"/>
                  </a:lnTo>
                  <a:lnTo>
                    <a:pt x="41999" y="26770"/>
                  </a:lnTo>
                  <a:lnTo>
                    <a:pt x="38299" y="24813"/>
                  </a:lnTo>
                  <a:lnTo>
                    <a:pt x="35496" y="23639"/>
                  </a:lnTo>
                  <a:lnTo>
                    <a:pt x="32983" y="22982"/>
                  </a:lnTo>
                  <a:lnTo>
                    <a:pt x="29359" y="24194"/>
                  </a:lnTo>
                  <a:lnTo>
                    <a:pt x="25381" y="28386"/>
                  </a:lnTo>
                  <a:lnTo>
                    <a:pt x="22831" y="32010"/>
                  </a:lnTo>
                  <a:lnTo>
                    <a:pt x="21492" y="34801"/>
                  </a:lnTo>
                  <a:lnTo>
                    <a:pt x="19005" y="37276"/>
                  </a:lnTo>
                  <a:lnTo>
                    <a:pt x="18058" y="39258"/>
                  </a:lnTo>
                  <a:lnTo>
                    <a:pt x="19219" y="43438"/>
                  </a:lnTo>
                  <a:lnTo>
                    <a:pt x="21404" y="43046"/>
                  </a:lnTo>
                  <a:lnTo>
                    <a:pt x="22452" y="41733"/>
                  </a:lnTo>
                  <a:lnTo>
                    <a:pt x="23639" y="43766"/>
                  </a:lnTo>
                  <a:lnTo>
                    <a:pt x="23399" y="45458"/>
                  </a:lnTo>
                  <a:lnTo>
                    <a:pt x="26909" y="45824"/>
                  </a:lnTo>
                  <a:lnTo>
                    <a:pt x="27010" y="45673"/>
                  </a:lnTo>
                  <a:cubicBezTo>
                    <a:pt x="28702" y="43387"/>
                    <a:pt x="28702" y="43072"/>
                    <a:pt x="28702" y="42970"/>
                  </a:cubicBezTo>
                  <a:cubicBezTo>
                    <a:pt x="28702" y="42794"/>
                    <a:pt x="28904" y="41683"/>
                    <a:pt x="29106" y="40723"/>
                  </a:cubicBezTo>
                  <a:lnTo>
                    <a:pt x="29144" y="40597"/>
                  </a:lnTo>
                  <a:lnTo>
                    <a:pt x="27566" y="38261"/>
                  </a:lnTo>
                  <a:lnTo>
                    <a:pt x="27743" y="36190"/>
                  </a:lnTo>
                  <a:lnTo>
                    <a:pt x="29498" y="34750"/>
                  </a:lnTo>
                  <a:lnTo>
                    <a:pt x="30129" y="32957"/>
                  </a:lnTo>
                  <a:lnTo>
                    <a:pt x="31240" y="32010"/>
                  </a:lnTo>
                  <a:lnTo>
                    <a:pt x="32238" y="32730"/>
                  </a:lnTo>
                  <a:lnTo>
                    <a:pt x="29510" y="36177"/>
                  </a:lnTo>
                  <a:lnTo>
                    <a:pt x="30773" y="39991"/>
                  </a:lnTo>
                  <a:lnTo>
                    <a:pt x="32831" y="40243"/>
                  </a:lnTo>
                  <a:lnTo>
                    <a:pt x="35281" y="39523"/>
                  </a:lnTo>
                  <a:lnTo>
                    <a:pt x="36203" y="40129"/>
                  </a:lnTo>
                  <a:lnTo>
                    <a:pt x="34498" y="41190"/>
                  </a:lnTo>
                  <a:lnTo>
                    <a:pt x="31493" y="41291"/>
                  </a:lnTo>
                  <a:lnTo>
                    <a:pt x="31139" y="43248"/>
                  </a:lnTo>
                  <a:lnTo>
                    <a:pt x="30041" y="44549"/>
                  </a:lnTo>
                  <a:lnTo>
                    <a:pt x="29296" y="46948"/>
                  </a:lnTo>
                  <a:lnTo>
                    <a:pt x="25861" y="47592"/>
                  </a:lnTo>
                  <a:lnTo>
                    <a:pt x="22288" y="47592"/>
                  </a:lnTo>
                  <a:lnTo>
                    <a:pt x="22957" y="45420"/>
                  </a:lnTo>
                  <a:lnTo>
                    <a:pt x="21543" y="43804"/>
                  </a:lnTo>
                  <a:lnTo>
                    <a:pt x="19990" y="45660"/>
                  </a:lnTo>
                  <a:lnTo>
                    <a:pt x="19775" y="48261"/>
                  </a:lnTo>
                  <a:lnTo>
                    <a:pt x="17085" y="49385"/>
                  </a:lnTo>
                  <a:lnTo>
                    <a:pt x="16113" y="52857"/>
                  </a:lnTo>
                  <a:lnTo>
                    <a:pt x="14484" y="54524"/>
                  </a:lnTo>
                  <a:lnTo>
                    <a:pt x="12982" y="54524"/>
                  </a:lnTo>
                  <a:lnTo>
                    <a:pt x="10178" y="55004"/>
                  </a:lnTo>
                  <a:lnTo>
                    <a:pt x="12590" y="56279"/>
                  </a:lnTo>
                  <a:lnTo>
                    <a:pt x="13398" y="58022"/>
                  </a:lnTo>
                  <a:lnTo>
                    <a:pt x="12186" y="59285"/>
                  </a:lnTo>
                  <a:lnTo>
                    <a:pt x="8714" y="58855"/>
                  </a:lnTo>
                  <a:lnTo>
                    <a:pt x="6100" y="60232"/>
                  </a:lnTo>
                  <a:lnTo>
                    <a:pt x="6100" y="66116"/>
                  </a:lnTo>
                  <a:lnTo>
                    <a:pt x="8777" y="66899"/>
                  </a:lnTo>
                  <a:lnTo>
                    <a:pt x="10002" y="67947"/>
                  </a:lnTo>
                  <a:lnTo>
                    <a:pt x="11555" y="67038"/>
                  </a:lnTo>
                  <a:lnTo>
                    <a:pt x="13714" y="67151"/>
                  </a:lnTo>
                  <a:lnTo>
                    <a:pt x="15709" y="64247"/>
                  </a:lnTo>
                  <a:lnTo>
                    <a:pt x="16719" y="62441"/>
                  </a:lnTo>
                  <a:lnTo>
                    <a:pt x="17729" y="61999"/>
                  </a:lnTo>
                  <a:lnTo>
                    <a:pt x="18020" y="60383"/>
                  </a:lnTo>
                  <a:lnTo>
                    <a:pt x="20229" y="60964"/>
                  </a:lnTo>
                  <a:lnTo>
                    <a:pt x="21631" y="60194"/>
                  </a:lnTo>
                  <a:lnTo>
                    <a:pt x="22982" y="60194"/>
                  </a:lnTo>
                  <a:lnTo>
                    <a:pt x="24800" y="62227"/>
                  </a:lnTo>
                  <a:lnTo>
                    <a:pt x="26202" y="63502"/>
                  </a:lnTo>
                  <a:lnTo>
                    <a:pt x="26909" y="64702"/>
                  </a:lnTo>
                  <a:lnTo>
                    <a:pt x="26909" y="66444"/>
                  </a:lnTo>
                  <a:lnTo>
                    <a:pt x="28803" y="65333"/>
                  </a:lnTo>
                  <a:lnTo>
                    <a:pt x="28803" y="63805"/>
                  </a:lnTo>
                  <a:lnTo>
                    <a:pt x="29927" y="64171"/>
                  </a:lnTo>
                  <a:lnTo>
                    <a:pt x="30521" y="62807"/>
                  </a:lnTo>
                  <a:lnTo>
                    <a:pt x="27553" y="61115"/>
                  </a:lnTo>
                  <a:lnTo>
                    <a:pt x="25343" y="58956"/>
                  </a:lnTo>
                  <a:lnTo>
                    <a:pt x="25609" y="57997"/>
                  </a:lnTo>
                  <a:lnTo>
                    <a:pt x="27629" y="59386"/>
                  </a:lnTo>
                  <a:lnTo>
                    <a:pt x="30432" y="62176"/>
                  </a:lnTo>
                  <a:lnTo>
                    <a:pt x="31910" y="65977"/>
                  </a:lnTo>
                  <a:lnTo>
                    <a:pt x="33879" y="67492"/>
                  </a:lnTo>
                  <a:lnTo>
                    <a:pt x="35660" y="65800"/>
                  </a:lnTo>
                  <a:lnTo>
                    <a:pt x="34498" y="64424"/>
                  </a:lnTo>
                  <a:lnTo>
                    <a:pt x="35496" y="63338"/>
                  </a:lnTo>
                  <a:lnTo>
                    <a:pt x="36758" y="63148"/>
                  </a:lnTo>
                  <a:lnTo>
                    <a:pt x="38602" y="62782"/>
                  </a:lnTo>
                  <a:lnTo>
                    <a:pt x="38488" y="60168"/>
                  </a:lnTo>
                  <a:lnTo>
                    <a:pt x="39966" y="57012"/>
                  </a:lnTo>
                  <a:lnTo>
                    <a:pt x="41203" y="56696"/>
                  </a:lnTo>
                  <a:lnTo>
                    <a:pt x="41809" y="58944"/>
                  </a:lnTo>
                  <a:lnTo>
                    <a:pt x="44284" y="58944"/>
                  </a:lnTo>
                  <a:lnTo>
                    <a:pt x="44158" y="57315"/>
                  </a:lnTo>
                  <a:lnTo>
                    <a:pt x="45155" y="56683"/>
                  </a:lnTo>
                  <a:lnTo>
                    <a:pt x="44739" y="57946"/>
                  </a:lnTo>
                  <a:lnTo>
                    <a:pt x="47529" y="60812"/>
                  </a:lnTo>
                  <a:lnTo>
                    <a:pt x="48767" y="61747"/>
                  </a:lnTo>
                  <a:lnTo>
                    <a:pt x="45635" y="62416"/>
                  </a:lnTo>
                  <a:lnTo>
                    <a:pt x="42478" y="61570"/>
                  </a:lnTo>
                  <a:lnTo>
                    <a:pt x="39877" y="62214"/>
                  </a:lnTo>
                  <a:lnTo>
                    <a:pt x="38223" y="63136"/>
                  </a:lnTo>
                  <a:lnTo>
                    <a:pt x="37036" y="66002"/>
                  </a:lnTo>
                  <a:lnTo>
                    <a:pt x="39044" y="67341"/>
                  </a:lnTo>
                  <a:lnTo>
                    <a:pt x="41999" y="68111"/>
                  </a:lnTo>
                  <a:lnTo>
                    <a:pt x="44284" y="66823"/>
                  </a:lnTo>
                  <a:lnTo>
                    <a:pt x="44979" y="67833"/>
                  </a:lnTo>
                  <a:lnTo>
                    <a:pt x="44208" y="70712"/>
                  </a:lnTo>
                  <a:lnTo>
                    <a:pt x="41658" y="71886"/>
                  </a:lnTo>
                  <a:lnTo>
                    <a:pt x="38400" y="72391"/>
                  </a:lnTo>
                  <a:lnTo>
                    <a:pt x="32932" y="70813"/>
                  </a:lnTo>
                  <a:lnTo>
                    <a:pt x="30887" y="71154"/>
                  </a:lnTo>
                  <a:lnTo>
                    <a:pt x="29334" y="72518"/>
                  </a:lnTo>
                  <a:lnTo>
                    <a:pt x="26922" y="70535"/>
                  </a:lnTo>
                  <a:lnTo>
                    <a:pt x="24586" y="70030"/>
                  </a:lnTo>
                  <a:lnTo>
                    <a:pt x="24207" y="67277"/>
                  </a:lnTo>
                  <a:lnTo>
                    <a:pt x="22515" y="66899"/>
                  </a:lnTo>
                  <a:lnTo>
                    <a:pt x="20406" y="67252"/>
                  </a:lnTo>
                  <a:lnTo>
                    <a:pt x="16227" y="67227"/>
                  </a:lnTo>
                  <a:lnTo>
                    <a:pt x="11908" y="68805"/>
                  </a:lnTo>
                  <a:lnTo>
                    <a:pt x="10570" y="68136"/>
                  </a:lnTo>
                  <a:lnTo>
                    <a:pt x="8613" y="70081"/>
                  </a:lnTo>
                  <a:lnTo>
                    <a:pt x="6782" y="72025"/>
                  </a:lnTo>
                  <a:lnTo>
                    <a:pt x="6163" y="73995"/>
                  </a:lnTo>
                  <a:lnTo>
                    <a:pt x="3612" y="75826"/>
                  </a:lnTo>
                  <a:lnTo>
                    <a:pt x="1087" y="79854"/>
                  </a:lnTo>
                  <a:lnTo>
                    <a:pt x="1" y="82468"/>
                  </a:lnTo>
                  <a:lnTo>
                    <a:pt x="531" y="84917"/>
                  </a:lnTo>
                  <a:lnTo>
                    <a:pt x="14" y="87758"/>
                  </a:lnTo>
                  <a:lnTo>
                    <a:pt x="885" y="91382"/>
                  </a:lnTo>
                  <a:lnTo>
                    <a:pt x="5140" y="95852"/>
                  </a:lnTo>
                  <a:lnTo>
                    <a:pt x="8347" y="97746"/>
                  </a:lnTo>
                  <a:lnTo>
                    <a:pt x="11151" y="97418"/>
                  </a:lnTo>
                  <a:lnTo>
                    <a:pt x="13752" y="97418"/>
                  </a:lnTo>
                  <a:lnTo>
                    <a:pt x="16467" y="96054"/>
                  </a:lnTo>
                  <a:lnTo>
                    <a:pt x="18525" y="96294"/>
                  </a:lnTo>
                  <a:lnTo>
                    <a:pt x="19497" y="97923"/>
                  </a:lnTo>
                  <a:lnTo>
                    <a:pt x="22338" y="97784"/>
                  </a:lnTo>
                  <a:lnTo>
                    <a:pt x="23336" y="99400"/>
                  </a:lnTo>
                  <a:lnTo>
                    <a:pt x="22906" y="103492"/>
                  </a:lnTo>
                  <a:lnTo>
                    <a:pt x="25066" y="106686"/>
                  </a:lnTo>
                  <a:lnTo>
                    <a:pt x="25659" y="109717"/>
                  </a:lnTo>
                  <a:lnTo>
                    <a:pt x="25659" y="112457"/>
                  </a:lnTo>
                  <a:lnTo>
                    <a:pt x="23765" y="115083"/>
                  </a:lnTo>
                  <a:lnTo>
                    <a:pt x="23765" y="117697"/>
                  </a:lnTo>
                  <a:lnTo>
                    <a:pt x="25659" y="120437"/>
                  </a:lnTo>
                  <a:lnTo>
                    <a:pt x="25659" y="124010"/>
                  </a:lnTo>
                  <a:lnTo>
                    <a:pt x="27692" y="126675"/>
                  </a:lnTo>
                  <a:lnTo>
                    <a:pt x="28778" y="128733"/>
                  </a:lnTo>
                  <a:lnTo>
                    <a:pt x="29157" y="130993"/>
                  </a:lnTo>
                  <a:lnTo>
                    <a:pt x="31051" y="133998"/>
                  </a:lnTo>
                  <a:lnTo>
                    <a:pt x="35849" y="133998"/>
                  </a:lnTo>
                  <a:lnTo>
                    <a:pt x="38501" y="132003"/>
                  </a:lnTo>
                  <a:lnTo>
                    <a:pt x="40193" y="130160"/>
                  </a:lnTo>
                  <a:lnTo>
                    <a:pt x="42769" y="127243"/>
                  </a:lnTo>
                  <a:lnTo>
                    <a:pt x="43362" y="124541"/>
                  </a:lnTo>
                  <a:lnTo>
                    <a:pt x="44865" y="124541"/>
                  </a:lnTo>
                  <a:lnTo>
                    <a:pt x="45206" y="120121"/>
                  </a:lnTo>
                  <a:lnTo>
                    <a:pt x="45206" y="119010"/>
                  </a:lnTo>
                  <a:lnTo>
                    <a:pt x="49183" y="115954"/>
                  </a:lnTo>
                  <a:lnTo>
                    <a:pt x="50888" y="113379"/>
                  </a:lnTo>
                  <a:lnTo>
                    <a:pt x="50888" y="110651"/>
                  </a:lnTo>
                  <a:lnTo>
                    <a:pt x="50042" y="108606"/>
                  </a:lnTo>
                  <a:lnTo>
                    <a:pt x="50092" y="106295"/>
                  </a:lnTo>
                  <a:lnTo>
                    <a:pt x="49600" y="104969"/>
                  </a:lnTo>
                  <a:lnTo>
                    <a:pt x="52239" y="102570"/>
                  </a:lnTo>
                  <a:lnTo>
                    <a:pt x="54853" y="99653"/>
                  </a:lnTo>
                  <a:lnTo>
                    <a:pt x="58149" y="97645"/>
                  </a:lnTo>
                  <a:lnTo>
                    <a:pt x="58186" y="97570"/>
                  </a:lnTo>
                  <a:cubicBezTo>
                    <a:pt x="58641" y="96761"/>
                    <a:pt x="59702" y="94817"/>
                    <a:pt x="59702" y="94362"/>
                  </a:cubicBezTo>
                  <a:cubicBezTo>
                    <a:pt x="59702" y="94148"/>
                    <a:pt x="60131" y="92948"/>
                    <a:pt x="60522" y="91963"/>
                  </a:cubicBezTo>
                  <a:lnTo>
                    <a:pt x="60573" y="91862"/>
                  </a:lnTo>
                  <a:lnTo>
                    <a:pt x="59904" y="89716"/>
                  </a:lnTo>
                  <a:lnTo>
                    <a:pt x="58149" y="90587"/>
                  </a:lnTo>
                  <a:lnTo>
                    <a:pt x="54411" y="91117"/>
                  </a:lnTo>
                  <a:lnTo>
                    <a:pt x="53375" y="91610"/>
                  </a:lnTo>
                  <a:lnTo>
                    <a:pt x="52858" y="90031"/>
                  </a:lnTo>
                  <a:lnTo>
                    <a:pt x="52327" y="88870"/>
                  </a:lnTo>
                  <a:lnTo>
                    <a:pt x="50118" y="86748"/>
                  </a:lnTo>
                  <a:lnTo>
                    <a:pt x="48830" y="85852"/>
                  </a:lnTo>
                  <a:lnTo>
                    <a:pt x="46772" y="81104"/>
                  </a:lnTo>
                  <a:lnTo>
                    <a:pt x="45913" y="79917"/>
                  </a:lnTo>
                  <a:lnTo>
                    <a:pt x="44852" y="77076"/>
                  </a:lnTo>
                  <a:lnTo>
                    <a:pt x="44309" y="76142"/>
                  </a:lnTo>
                  <a:lnTo>
                    <a:pt x="44890" y="75927"/>
                  </a:lnTo>
                  <a:lnTo>
                    <a:pt x="47264" y="79185"/>
                  </a:lnTo>
                  <a:lnTo>
                    <a:pt x="48716" y="81470"/>
                  </a:lnTo>
                  <a:lnTo>
                    <a:pt x="49562" y="83945"/>
                  </a:lnTo>
                  <a:lnTo>
                    <a:pt x="51570" y="85523"/>
                  </a:lnTo>
                  <a:lnTo>
                    <a:pt x="52795" y="88478"/>
                  </a:lnTo>
                  <a:lnTo>
                    <a:pt x="53439" y="90271"/>
                  </a:lnTo>
                  <a:lnTo>
                    <a:pt x="57189" y="88579"/>
                  </a:lnTo>
                  <a:lnTo>
                    <a:pt x="60939" y="87746"/>
                  </a:lnTo>
                  <a:lnTo>
                    <a:pt x="65005" y="85675"/>
                  </a:lnTo>
                  <a:lnTo>
                    <a:pt x="66230" y="83453"/>
                  </a:lnTo>
                  <a:lnTo>
                    <a:pt x="67139" y="81154"/>
                  </a:lnTo>
                  <a:lnTo>
                    <a:pt x="65422" y="79437"/>
                  </a:lnTo>
                  <a:lnTo>
                    <a:pt x="63932" y="77821"/>
                  </a:lnTo>
                  <a:lnTo>
                    <a:pt x="61356" y="78616"/>
                  </a:lnTo>
                  <a:lnTo>
                    <a:pt x="59487" y="78705"/>
                  </a:lnTo>
                  <a:lnTo>
                    <a:pt x="58325" y="76571"/>
                  </a:lnTo>
                  <a:lnTo>
                    <a:pt x="56570" y="75094"/>
                  </a:lnTo>
                  <a:lnTo>
                    <a:pt x="57189" y="74045"/>
                  </a:lnTo>
                  <a:lnTo>
                    <a:pt x="59790" y="76154"/>
                  </a:lnTo>
                  <a:lnTo>
                    <a:pt x="61886" y="77303"/>
                  </a:lnTo>
                  <a:lnTo>
                    <a:pt x="63742" y="77442"/>
                  </a:lnTo>
                  <a:lnTo>
                    <a:pt x="65472" y="78364"/>
                  </a:lnTo>
                  <a:lnTo>
                    <a:pt x="68351" y="78818"/>
                  </a:lnTo>
                  <a:lnTo>
                    <a:pt x="71634" y="78414"/>
                  </a:lnTo>
                  <a:lnTo>
                    <a:pt x="74109" y="80195"/>
                  </a:lnTo>
                  <a:lnTo>
                    <a:pt x="75511" y="82569"/>
                  </a:lnTo>
                  <a:lnTo>
                    <a:pt x="77089" y="82834"/>
                  </a:lnTo>
                  <a:lnTo>
                    <a:pt x="78074" y="81697"/>
                  </a:lnTo>
                  <a:lnTo>
                    <a:pt x="78541" y="83617"/>
                  </a:lnTo>
                  <a:lnTo>
                    <a:pt x="79173" y="86357"/>
                  </a:lnTo>
                  <a:lnTo>
                    <a:pt x="80562" y="89349"/>
                  </a:lnTo>
                  <a:lnTo>
                    <a:pt x="82014" y="92670"/>
                  </a:lnTo>
                  <a:lnTo>
                    <a:pt x="82721" y="95246"/>
                  </a:lnTo>
                  <a:lnTo>
                    <a:pt x="84930" y="91723"/>
                  </a:lnTo>
                  <a:lnTo>
                    <a:pt x="84930" y="88668"/>
                  </a:lnTo>
                  <a:lnTo>
                    <a:pt x="85802" y="87215"/>
                  </a:lnTo>
                  <a:lnTo>
                    <a:pt x="87822" y="85460"/>
                  </a:lnTo>
                  <a:lnTo>
                    <a:pt x="90840" y="82720"/>
                  </a:lnTo>
                  <a:lnTo>
                    <a:pt x="92115" y="80990"/>
                  </a:lnTo>
                  <a:lnTo>
                    <a:pt x="94451" y="80447"/>
                  </a:lnTo>
                  <a:lnTo>
                    <a:pt x="95158" y="83339"/>
                  </a:lnTo>
                  <a:lnTo>
                    <a:pt x="96914" y="84160"/>
                  </a:lnTo>
                  <a:lnTo>
                    <a:pt x="96914" y="87885"/>
                  </a:lnTo>
                  <a:lnTo>
                    <a:pt x="99035" y="86622"/>
                  </a:lnTo>
                  <a:lnTo>
                    <a:pt x="100702" y="90132"/>
                  </a:lnTo>
                  <a:lnTo>
                    <a:pt x="100702" y="94451"/>
                  </a:lnTo>
                  <a:lnTo>
                    <a:pt x="102772" y="95549"/>
                  </a:lnTo>
                  <a:lnTo>
                    <a:pt x="103720" y="97557"/>
                  </a:lnTo>
                  <a:lnTo>
                    <a:pt x="105247" y="99565"/>
                  </a:lnTo>
                  <a:lnTo>
                    <a:pt x="107975" y="100701"/>
                  </a:lnTo>
                  <a:lnTo>
                    <a:pt x="107192" y="98100"/>
                  </a:lnTo>
                  <a:lnTo>
                    <a:pt x="106864" y="96294"/>
                  </a:lnTo>
                  <a:lnTo>
                    <a:pt x="105121" y="94994"/>
                  </a:lnTo>
                  <a:lnTo>
                    <a:pt x="104023" y="93478"/>
                  </a:lnTo>
                  <a:lnTo>
                    <a:pt x="103442" y="92127"/>
                  </a:lnTo>
                  <a:lnTo>
                    <a:pt x="103732" y="90082"/>
                  </a:lnTo>
                  <a:lnTo>
                    <a:pt x="104212" y="89476"/>
                  </a:lnTo>
                  <a:lnTo>
                    <a:pt x="105626" y="90801"/>
                  </a:lnTo>
                  <a:lnTo>
                    <a:pt x="107306" y="92595"/>
                  </a:lnTo>
                  <a:lnTo>
                    <a:pt x="108417" y="93163"/>
                  </a:lnTo>
                  <a:lnTo>
                    <a:pt x="108568" y="93049"/>
                  </a:lnTo>
                  <a:cubicBezTo>
                    <a:pt x="110803" y="91382"/>
                    <a:pt x="110803" y="91041"/>
                    <a:pt x="110803" y="90902"/>
                  </a:cubicBezTo>
                  <a:lnTo>
                    <a:pt x="110803" y="87203"/>
                  </a:lnTo>
                  <a:lnTo>
                    <a:pt x="108846" y="85359"/>
                  </a:lnTo>
                  <a:lnTo>
                    <a:pt x="108139" y="83932"/>
                  </a:lnTo>
                  <a:cubicBezTo>
                    <a:pt x="108265" y="83238"/>
                    <a:pt x="108480" y="82556"/>
                    <a:pt x="108581" y="82455"/>
                  </a:cubicBezTo>
                  <a:cubicBezTo>
                    <a:pt x="108758" y="82341"/>
                    <a:pt x="109654" y="82000"/>
                    <a:pt x="110374" y="81748"/>
                  </a:cubicBezTo>
                  <a:lnTo>
                    <a:pt x="110967" y="83099"/>
                  </a:lnTo>
                  <a:lnTo>
                    <a:pt x="113139" y="81521"/>
                  </a:lnTo>
                  <a:lnTo>
                    <a:pt x="117016" y="79589"/>
                  </a:lnTo>
                  <a:lnTo>
                    <a:pt x="118821" y="76293"/>
                  </a:lnTo>
                  <a:lnTo>
                    <a:pt x="119604" y="74083"/>
                  </a:lnTo>
                  <a:lnTo>
                    <a:pt x="119630" y="70232"/>
                  </a:lnTo>
                  <a:lnTo>
                    <a:pt x="118140" y="67227"/>
                  </a:lnTo>
                  <a:lnTo>
                    <a:pt x="116890" y="65649"/>
                  </a:lnTo>
                  <a:lnTo>
                    <a:pt x="118809" y="64348"/>
                  </a:lnTo>
                  <a:lnTo>
                    <a:pt x="119958" y="63451"/>
                  </a:lnTo>
                  <a:lnTo>
                    <a:pt x="117622" y="62719"/>
                  </a:lnTo>
                  <a:lnTo>
                    <a:pt x="116258" y="63212"/>
                  </a:lnTo>
                  <a:lnTo>
                    <a:pt x="115475" y="62340"/>
                  </a:lnTo>
                  <a:lnTo>
                    <a:pt x="115059" y="61772"/>
                  </a:lnTo>
                  <a:lnTo>
                    <a:pt x="116624" y="60863"/>
                  </a:lnTo>
                  <a:lnTo>
                    <a:pt x="117369" y="59373"/>
                  </a:lnTo>
                  <a:lnTo>
                    <a:pt x="117900" y="59638"/>
                  </a:lnTo>
                  <a:lnTo>
                    <a:pt x="117256" y="61974"/>
                  </a:lnTo>
                  <a:lnTo>
                    <a:pt x="119390" y="60901"/>
                  </a:lnTo>
                  <a:lnTo>
                    <a:pt x="120337" y="61684"/>
                  </a:lnTo>
                  <a:lnTo>
                    <a:pt x="121284" y="63350"/>
                  </a:lnTo>
                  <a:lnTo>
                    <a:pt x="122168" y="64424"/>
                  </a:lnTo>
                  <a:lnTo>
                    <a:pt x="122168" y="66015"/>
                  </a:lnTo>
                  <a:lnTo>
                    <a:pt x="123291" y="67151"/>
                  </a:lnTo>
                  <a:lnTo>
                    <a:pt x="125501" y="65383"/>
                  </a:lnTo>
                  <a:lnTo>
                    <a:pt x="124882" y="62782"/>
                  </a:lnTo>
                  <a:lnTo>
                    <a:pt x="123216" y="61078"/>
                  </a:lnTo>
                  <a:lnTo>
                    <a:pt x="122837" y="60295"/>
                  </a:lnTo>
                  <a:lnTo>
                    <a:pt x="124238" y="59095"/>
                  </a:lnTo>
                  <a:lnTo>
                    <a:pt x="124352" y="56254"/>
                  </a:lnTo>
                  <a:lnTo>
                    <a:pt x="125337" y="55433"/>
                  </a:lnTo>
                  <a:lnTo>
                    <a:pt x="126688" y="56229"/>
                  </a:lnTo>
                  <a:lnTo>
                    <a:pt x="128734" y="52693"/>
                  </a:lnTo>
                  <a:lnTo>
                    <a:pt x="130363" y="47693"/>
                  </a:lnTo>
                  <a:lnTo>
                    <a:pt x="129176" y="44359"/>
                  </a:lnTo>
                  <a:lnTo>
                    <a:pt x="128418" y="41329"/>
                  </a:lnTo>
                  <a:lnTo>
                    <a:pt x="126625" y="39650"/>
                  </a:lnTo>
                  <a:lnTo>
                    <a:pt x="124365" y="39006"/>
                  </a:lnTo>
                  <a:lnTo>
                    <a:pt x="123039" y="38501"/>
                  </a:lnTo>
                  <a:lnTo>
                    <a:pt x="122231" y="37844"/>
                  </a:lnTo>
                  <a:lnTo>
                    <a:pt x="124238" y="33816"/>
                  </a:lnTo>
                  <a:lnTo>
                    <a:pt x="125047" y="31152"/>
                  </a:lnTo>
                  <a:lnTo>
                    <a:pt x="127067" y="29939"/>
                  </a:lnTo>
                  <a:lnTo>
                    <a:pt x="130350" y="29939"/>
                  </a:lnTo>
                  <a:lnTo>
                    <a:pt x="135009" y="28677"/>
                  </a:lnTo>
                  <a:lnTo>
                    <a:pt x="132875" y="28677"/>
                  </a:lnTo>
                  <a:lnTo>
                    <a:pt x="132875" y="23841"/>
                  </a:lnTo>
                  <a:lnTo>
                    <a:pt x="135224" y="22793"/>
                  </a:lnTo>
                  <a:lnTo>
                    <a:pt x="136108" y="25091"/>
                  </a:lnTo>
                  <a:lnTo>
                    <a:pt x="137257" y="22490"/>
                  </a:lnTo>
                  <a:lnTo>
                    <a:pt x="137282" y="21025"/>
                  </a:lnTo>
                  <a:lnTo>
                    <a:pt x="138090" y="21479"/>
                  </a:lnTo>
                  <a:lnTo>
                    <a:pt x="137446" y="25129"/>
                  </a:lnTo>
                  <a:lnTo>
                    <a:pt x="136032" y="30912"/>
                  </a:lnTo>
                  <a:lnTo>
                    <a:pt x="136019" y="34447"/>
                  </a:lnTo>
                  <a:lnTo>
                    <a:pt x="139467" y="39220"/>
                  </a:lnTo>
                  <a:lnTo>
                    <a:pt x="140452" y="42491"/>
                  </a:lnTo>
                  <a:lnTo>
                    <a:pt x="140452" y="44486"/>
                  </a:lnTo>
                  <a:lnTo>
                    <a:pt x="142346" y="42907"/>
                  </a:lnTo>
                  <a:lnTo>
                    <a:pt x="142346" y="39460"/>
                  </a:lnTo>
                  <a:lnTo>
                    <a:pt x="143836" y="36051"/>
                  </a:lnTo>
                  <a:lnTo>
                    <a:pt x="143028" y="33273"/>
                  </a:lnTo>
                  <a:lnTo>
                    <a:pt x="142901" y="31682"/>
                  </a:lnTo>
                  <a:lnTo>
                    <a:pt x="142598" y="29447"/>
                  </a:lnTo>
                  <a:lnTo>
                    <a:pt x="140742" y="27982"/>
                  </a:lnTo>
                  <a:lnTo>
                    <a:pt x="140464" y="25356"/>
                  </a:lnTo>
                  <a:lnTo>
                    <a:pt x="142939" y="23740"/>
                  </a:lnTo>
                  <a:lnTo>
                    <a:pt x="145502" y="24093"/>
                  </a:lnTo>
                  <a:lnTo>
                    <a:pt x="145502" y="21189"/>
                  </a:lnTo>
                  <a:lnTo>
                    <a:pt x="146462" y="19611"/>
                  </a:lnTo>
                  <a:lnTo>
                    <a:pt x="148508" y="18588"/>
                  </a:lnTo>
                  <a:lnTo>
                    <a:pt x="149732" y="18588"/>
                  </a:lnTo>
                  <a:lnTo>
                    <a:pt x="148141" y="14231"/>
                  </a:lnTo>
                  <a:lnTo>
                    <a:pt x="145010" y="13070"/>
                  </a:lnTo>
                  <a:lnTo>
                    <a:pt x="145490" y="11214"/>
                  </a:lnTo>
                  <a:lnTo>
                    <a:pt x="145161" y="9105"/>
                  </a:lnTo>
                  <a:lnTo>
                    <a:pt x="145060" y="8562"/>
                  </a:lnTo>
                  <a:lnTo>
                    <a:pt x="146664" y="9395"/>
                  </a:lnTo>
                  <a:lnTo>
                    <a:pt x="148015" y="8360"/>
                  </a:lnTo>
                  <a:lnTo>
                    <a:pt x="149442" y="9307"/>
                  </a:lnTo>
                  <a:lnTo>
                    <a:pt x="150364" y="6542"/>
                  </a:lnTo>
                  <a:lnTo>
                    <a:pt x="149038" y="4774"/>
                  </a:lnTo>
                  <a:lnTo>
                    <a:pt x="148369" y="2223"/>
                  </a:lnTo>
                  <a:lnTo>
                    <a:pt x="144227" y="1605"/>
                  </a:lnTo>
                  <a:lnTo>
                    <a:pt x="144227" y="3120"/>
                  </a:lnTo>
                  <a:lnTo>
                    <a:pt x="143116" y="3082"/>
                  </a:lnTo>
                  <a:lnTo>
                    <a:pt x="142384" y="2185"/>
                  </a:lnTo>
                  <a:lnTo>
                    <a:pt x="134744" y="2185"/>
                  </a:lnTo>
                  <a:lnTo>
                    <a:pt x="130704" y="2564"/>
                  </a:lnTo>
                  <a:lnTo>
                    <a:pt x="133065" y="4875"/>
                  </a:lnTo>
                  <a:lnTo>
                    <a:pt x="131411" y="4888"/>
                  </a:lnTo>
                  <a:lnTo>
                    <a:pt x="130842" y="3486"/>
                  </a:lnTo>
                  <a:lnTo>
                    <a:pt x="127458" y="4989"/>
                  </a:lnTo>
                  <a:lnTo>
                    <a:pt x="124908" y="6605"/>
                  </a:lnTo>
                  <a:lnTo>
                    <a:pt x="123620" y="6605"/>
                  </a:lnTo>
                  <a:lnTo>
                    <a:pt x="122584" y="4420"/>
                  </a:lnTo>
                  <a:lnTo>
                    <a:pt x="119781" y="4016"/>
                  </a:lnTo>
                  <a:lnTo>
                    <a:pt x="117710" y="5178"/>
                  </a:lnTo>
                  <a:lnTo>
                    <a:pt x="114604" y="4143"/>
                  </a:lnTo>
                  <a:lnTo>
                    <a:pt x="112432" y="3259"/>
                  </a:lnTo>
                  <a:lnTo>
                    <a:pt x="108076" y="3574"/>
                  </a:lnTo>
                  <a:lnTo>
                    <a:pt x="106005" y="4900"/>
                  </a:lnTo>
                  <a:lnTo>
                    <a:pt x="107091" y="7842"/>
                  </a:lnTo>
                  <a:lnTo>
                    <a:pt x="105146" y="7842"/>
                  </a:lnTo>
                  <a:lnTo>
                    <a:pt x="103795" y="7729"/>
                  </a:lnTo>
                  <a:lnTo>
                    <a:pt x="101851" y="8714"/>
                  </a:lnTo>
                  <a:lnTo>
                    <a:pt x="102583" y="10039"/>
                  </a:lnTo>
                  <a:lnTo>
                    <a:pt x="102583" y="10039"/>
                  </a:lnTo>
                  <a:lnTo>
                    <a:pt x="101169" y="9623"/>
                  </a:lnTo>
                  <a:lnTo>
                    <a:pt x="100348" y="6744"/>
                  </a:lnTo>
                  <a:lnTo>
                    <a:pt x="97545" y="4370"/>
                  </a:lnTo>
                  <a:lnTo>
                    <a:pt x="93252" y="4963"/>
                  </a:lnTo>
                  <a:lnTo>
                    <a:pt x="94072" y="7628"/>
                  </a:lnTo>
                  <a:lnTo>
                    <a:pt x="91509" y="7539"/>
                  </a:lnTo>
                  <a:lnTo>
                    <a:pt x="90385" y="6074"/>
                  </a:lnTo>
                  <a:lnTo>
                    <a:pt x="87999" y="7337"/>
                  </a:lnTo>
                  <a:lnTo>
                    <a:pt x="86231" y="7893"/>
                  </a:lnTo>
                  <a:lnTo>
                    <a:pt x="84034" y="10544"/>
                  </a:lnTo>
                  <a:lnTo>
                    <a:pt x="83706" y="9282"/>
                  </a:lnTo>
                  <a:lnTo>
                    <a:pt x="85915" y="5923"/>
                  </a:lnTo>
                  <a:lnTo>
                    <a:pt x="85234" y="2526"/>
                  </a:lnTo>
                  <a:lnTo>
                    <a:pt x="81786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22"/>
            <p:cNvSpPr/>
            <p:nvPr/>
          </p:nvSpPr>
          <p:spPr>
            <a:xfrm>
              <a:off x="4467225" y="3815075"/>
              <a:ext cx="177425" cy="289800"/>
            </a:xfrm>
            <a:custGeom>
              <a:rect b="b" l="l" r="r" t="t"/>
              <a:pathLst>
                <a:path extrusionOk="0" h="11592" w="7097">
                  <a:moveTo>
                    <a:pt x="5683" y="0"/>
                  </a:moveTo>
                  <a:lnTo>
                    <a:pt x="4572" y="1339"/>
                  </a:lnTo>
                  <a:lnTo>
                    <a:pt x="2602" y="2513"/>
                  </a:lnTo>
                  <a:lnTo>
                    <a:pt x="1023" y="3271"/>
                  </a:lnTo>
                  <a:lnTo>
                    <a:pt x="1415" y="5809"/>
                  </a:lnTo>
                  <a:lnTo>
                    <a:pt x="1023" y="7362"/>
                  </a:lnTo>
                  <a:lnTo>
                    <a:pt x="1" y="8524"/>
                  </a:lnTo>
                  <a:lnTo>
                    <a:pt x="556" y="10809"/>
                  </a:lnTo>
                  <a:lnTo>
                    <a:pt x="2134" y="11592"/>
                  </a:lnTo>
                  <a:lnTo>
                    <a:pt x="3864" y="9849"/>
                  </a:lnTo>
                  <a:lnTo>
                    <a:pt x="5203" y="6541"/>
                  </a:lnTo>
                  <a:lnTo>
                    <a:pt x="6226" y="3384"/>
                  </a:lnTo>
                  <a:lnTo>
                    <a:pt x="7097" y="1655"/>
                  </a:lnTo>
                  <a:lnTo>
                    <a:pt x="615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22"/>
            <p:cNvSpPr/>
            <p:nvPr/>
          </p:nvSpPr>
          <p:spPr>
            <a:xfrm>
              <a:off x="4458375" y="3806875"/>
              <a:ext cx="194800" cy="307475"/>
            </a:xfrm>
            <a:custGeom>
              <a:rect b="b" l="l" r="r" t="t"/>
              <a:pathLst>
                <a:path extrusionOk="0" h="12299" w="7792">
                  <a:moveTo>
                    <a:pt x="6327" y="644"/>
                  </a:moveTo>
                  <a:lnTo>
                    <a:pt x="7097" y="1995"/>
                  </a:lnTo>
                  <a:lnTo>
                    <a:pt x="6277" y="3611"/>
                  </a:lnTo>
                  <a:lnTo>
                    <a:pt x="5266" y="6756"/>
                  </a:lnTo>
                  <a:lnTo>
                    <a:pt x="3953" y="10001"/>
                  </a:lnTo>
                  <a:lnTo>
                    <a:pt x="2413" y="11529"/>
                  </a:lnTo>
                  <a:lnTo>
                    <a:pt x="1175" y="10910"/>
                  </a:lnTo>
                  <a:lnTo>
                    <a:pt x="695" y="8940"/>
                  </a:lnTo>
                  <a:lnTo>
                    <a:pt x="1668" y="7829"/>
                  </a:lnTo>
                  <a:lnTo>
                    <a:pt x="2097" y="6149"/>
                  </a:lnTo>
                  <a:lnTo>
                    <a:pt x="1731" y="3776"/>
                  </a:lnTo>
                  <a:lnTo>
                    <a:pt x="3120" y="3119"/>
                  </a:lnTo>
                  <a:lnTo>
                    <a:pt x="5090" y="1932"/>
                  </a:lnTo>
                  <a:lnTo>
                    <a:pt x="6176" y="644"/>
                  </a:lnTo>
                  <a:close/>
                  <a:moveTo>
                    <a:pt x="5873" y="0"/>
                  </a:moveTo>
                  <a:lnTo>
                    <a:pt x="4711" y="1427"/>
                  </a:lnTo>
                  <a:lnTo>
                    <a:pt x="2817" y="2563"/>
                  </a:lnTo>
                  <a:lnTo>
                    <a:pt x="1024" y="3409"/>
                  </a:lnTo>
                  <a:lnTo>
                    <a:pt x="1440" y="6124"/>
                  </a:lnTo>
                  <a:lnTo>
                    <a:pt x="1087" y="7538"/>
                  </a:lnTo>
                  <a:lnTo>
                    <a:pt x="1" y="8776"/>
                  </a:lnTo>
                  <a:lnTo>
                    <a:pt x="632" y="11352"/>
                  </a:lnTo>
                  <a:lnTo>
                    <a:pt x="2552" y="12299"/>
                  </a:lnTo>
                  <a:lnTo>
                    <a:pt x="4420" y="10405"/>
                  </a:lnTo>
                  <a:lnTo>
                    <a:pt x="5847" y="6958"/>
                  </a:lnTo>
                  <a:lnTo>
                    <a:pt x="6845" y="3851"/>
                  </a:lnTo>
                  <a:lnTo>
                    <a:pt x="7792" y="1970"/>
                  </a:lnTo>
                  <a:lnTo>
                    <a:pt x="6681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22"/>
            <p:cNvSpPr/>
            <p:nvPr/>
          </p:nvSpPr>
          <p:spPr>
            <a:xfrm>
              <a:off x="5304725" y="3312525"/>
              <a:ext cx="45475" cy="78625"/>
            </a:xfrm>
            <a:custGeom>
              <a:rect b="b" l="l" r="r" t="t"/>
              <a:pathLst>
                <a:path extrusionOk="0" h="3145" w="1819">
                  <a:moveTo>
                    <a:pt x="480" y="0"/>
                  </a:moveTo>
                  <a:lnTo>
                    <a:pt x="0" y="1654"/>
                  </a:lnTo>
                  <a:lnTo>
                    <a:pt x="480" y="3144"/>
                  </a:lnTo>
                  <a:lnTo>
                    <a:pt x="1503" y="2753"/>
                  </a:lnTo>
                  <a:lnTo>
                    <a:pt x="1818" y="1566"/>
                  </a:lnTo>
                  <a:lnTo>
                    <a:pt x="48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22"/>
            <p:cNvSpPr/>
            <p:nvPr/>
          </p:nvSpPr>
          <p:spPr>
            <a:xfrm>
              <a:off x="5296500" y="3296100"/>
              <a:ext cx="62525" cy="105475"/>
            </a:xfrm>
            <a:custGeom>
              <a:rect b="b" l="l" r="r" t="t"/>
              <a:pathLst>
                <a:path extrusionOk="0" h="4219" w="2501">
                  <a:moveTo>
                    <a:pt x="948" y="1301"/>
                  </a:moveTo>
                  <a:lnTo>
                    <a:pt x="1806" y="2311"/>
                  </a:lnTo>
                  <a:lnTo>
                    <a:pt x="1567" y="3170"/>
                  </a:lnTo>
                  <a:lnTo>
                    <a:pt x="1011" y="3397"/>
                  </a:lnTo>
                  <a:lnTo>
                    <a:pt x="657" y="2299"/>
                  </a:lnTo>
                  <a:lnTo>
                    <a:pt x="948" y="1301"/>
                  </a:lnTo>
                  <a:close/>
                  <a:moveTo>
                    <a:pt x="670" y="1"/>
                  </a:moveTo>
                  <a:lnTo>
                    <a:pt x="1" y="2311"/>
                  </a:lnTo>
                  <a:lnTo>
                    <a:pt x="607" y="4218"/>
                  </a:lnTo>
                  <a:lnTo>
                    <a:pt x="2097" y="3650"/>
                  </a:lnTo>
                  <a:lnTo>
                    <a:pt x="2501" y="2147"/>
                  </a:lnTo>
                  <a:lnTo>
                    <a:pt x="670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22"/>
            <p:cNvSpPr/>
            <p:nvPr/>
          </p:nvSpPr>
          <p:spPr>
            <a:xfrm>
              <a:off x="5643750" y="3420800"/>
              <a:ext cx="232675" cy="252250"/>
            </a:xfrm>
            <a:custGeom>
              <a:rect b="b" l="l" r="r" t="t"/>
              <a:pathLst>
                <a:path extrusionOk="0" h="10090" w="9307">
                  <a:moveTo>
                    <a:pt x="1" y="0"/>
                  </a:moveTo>
                  <a:lnTo>
                    <a:pt x="948" y="1301"/>
                  </a:lnTo>
                  <a:lnTo>
                    <a:pt x="2337" y="1553"/>
                  </a:lnTo>
                  <a:cubicBezTo>
                    <a:pt x="2337" y="1553"/>
                    <a:pt x="3536" y="3852"/>
                    <a:pt x="3688" y="4091"/>
                  </a:cubicBezTo>
                  <a:cubicBezTo>
                    <a:pt x="3852" y="4331"/>
                    <a:pt x="5897" y="8233"/>
                    <a:pt x="5897" y="8233"/>
                  </a:cubicBezTo>
                  <a:lnTo>
                    <a:pt x="7804" y="10089"/>
                  </a:lnTo>
                  <a:lnTo>
                    <a:pt x="8587" y="10089"/>
                  </a:lnTo>
                  <a:lnTo>
                    <a:pt x="9307" y="8119"/>
                  </a:lnTo>
                  <a:lnTo>
                    <a:pt x="7880" y="5039"/>
                  </a:lnTo>
                  <a:lnTo>
                    <a:pt x="4647" y="1882"/>
                  </a:lnTo>
                  <a:lnTo>
                    <a:pt x="3473" y="1061"/>
                  </a:lnTo>
                  <a:lnTo>
                    <a:pt x="197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22"/>
            <p:cNvSpPr/>
            <p:nvPr/>
          </p:nvSpPr>
          <p:spPr>
            <a:xfrm>
              <a:off x="5628275" y="3412900"/>
              <a:ext cx="256350" cy="268025"/>
            </a:xfrm>
            <a:custGeom>
              <a:rect b="b" l="l" r="r" t="t"/>
              <a:pathLst>
                <a:path extrusionOk="0" h="10721" w="10254">
                  <a:moveTo>
                    <a:pt x="2488" y="632"/>
                  </a:moveTo>
                  <a:lnTo>
                    <a:pt x="5052" y="2438"/>
                  </a:lnTo>
                  <a:lnTo>
                    <a:pt x="8246" y="5544"/>
                  </a:lnTo>
                  <a:lnTo>
                    <a:pt x="9585" y="8448"/>
                  </a:lnTo>
                  <a:lnTo>
                    <a:pt x="9004" y="10090"/>
                  </a:lnTo>
                  <a:lnTo>
                    <a:pt x="8562" y="10090"/>
                  </a:lnTo>
                  <a:lnTo>
                    <a:pt x="6782" y="8360"/>
                  </a:lnTo>
                  <a:cubicBezTo>
                    <a:pt x="6478" y="7792"/>
                    <a:pt x="4723" y="4471"/>
                    <a:pt x="4572" y="4231"/>
                  </a:cubicBezTo>
                  <a:cubicBezTo>
                    <a:pt x="4458" y="4067"/>
                    <a:pt x="3688" y="2614"/>
                    <a:pt x="3233" y="1731"/>
                  </a:cubicBezTo>
                  <a:lnTo>
                    <a:pt x="3158" y="1592"/>
                  </a:lnTo>
                  <a:lnTo>
                    <a:pt x="1743" y="1327"/>
                  </a:lnTo>
                  <a:lnTo>
                    <a:pt x="1238" y="632"/>
                  </a:lnTo>
                  <a:close/>
                  <a:moveTo>
                    <a:pt x="1" y="1"/>
                  </a:moveTo>
                  <a:lnTo>
                    <a:pt x="1390" y="1907"/>
                  </a:lnTo>
                  <a:lnTo>
                    <a:pt x="2741" y="2160"/>
                  </a:lnTo>
                  <a:cubicBezTo>
                    <a:pt x="3019" y="2690"/>
                    <a:pt x="3903" y="4370"/>
                    <a:pt x="4041" y="4584"/>
                  </a:cubicBezTo>
                  <a:cubicBezTo>
                    <a:pt x="4155" y="4748"/>
                    <a:pt x="5430" y="7135"/>
                    <a:pt x="6251" y="8701"/>
                  </a:cubicBezTo>
                  <a:lnTo>
                    <a:pt x="8297" y="10721"/>
                  </a:lnTo>
                  <a:lnTo>
                    <a:pt x="9433" y="10721"/>
                  </a:lnTo>
                  <a:lnTo>
                    <a:pt x="10254" y="8423"/>
                  </a:lnTo>
                  <a:lnTo>
                    <a:pt x="8789" y="5228"/>
                  </a:lnTo>
                  <a:lnTo>
                    <a:pt x="5443" y="1945"/>
                  </a:lnTo>
                  <a:lnTo>
                    <a:pt x="2690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22"/>
            <p:cNvSpPr/>
            <p:nvPr/>
          </p:nvSpPr>
          <p:spPr>
            <a:xfrm>
              <a:off x="5873550" y="3662925"/>
              <a:ext cx="284775" cy="73250"/>
            </a:xfrm>
            <a:custGeom>
              <a:rect b="b" l="l" r="r" t="t"/>
              <a:pathLst>
                <a:path extrusionOk="0" h="2930" w="11391">
                  <a:moveTo>
                    <a:pt x="1150" y="0"/>
                  </a:moveTo>
                  <a:lnTo>
                    <a:pt x="1" y="998"/>
                  </a:lnTo>
                  <a:lnTo>
                    <a:pt x="2324" y="2058"/>
                  </a:lnTo>
                  <a:lnTo>
                    <a:pt x="5696" y="2930"/>
                  </a:lnTo>
                  <a:lnTo>
                    <a:pt x="11391" y="2930"/>
                  </a:lnTo>
                  <a:lnTo>
                    <a:pt x="8082" y="1667"/>
                  </a:lnTo>
                  <a:lnTo>
                    <a:pt x="5708" y="1667"/>
                  </a:lnTo>
                  <a:lnTo>
                    <a:pt x="115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22"/>
            <p:cNvSpPr/>
            <p:nvPr/>
          </p:nvSpPr>
          <p:spPr>
            <a:xfrm>
              <a:off x="5859050" y="3654075"/>
              <a:ext cx="342200" cy="90000"/>
            </a:xfrm>
            <a:custGeom>
              <a:rect b="b" l="l" r="r" t="t"/>
              <a:pathLst>
                <a:path extrusionOk="0" h="3600" w="13688">
                  <a:moveTo>
                    <a:pt x="1806" y="720"/>
                  </a:moveTo>
                  <a:lnTo>
                    <a:pt x="6187" y="2311"/>
                  </a:lnTo>
                  <a:lnTo>
                    <a:pt x="8599" y="2337"/>
                  </a:lnTo>
                  <a:lnTo>
                    <a:pt x="10266" y="2968"/>
                  </a:lnTo>
                  <a:lnTo>
                    <a:pt x="6314" y="2968"/>
                  </a:lnTo>
                  <a:lnTo>
                    <a:pt x="3043" y="2122"/>
                  </a:lnTo>
                  <a:lnTo>
                    <a:pt x="1174" y="1263"/>
                  </a:lnTo>
                  <a:lnTo>
                    <a:pt x="1806" y="720"/>
                  </a:lnTo>
                  <a:close/>
                  <a:moveTo>
                    <a:pt x="1667" y="1"/>
                  </a:moveTo>
                  <a:lnTo>
                    <a:pt x="0" y="1428"/>
                  </a:lnTo>
                  <a:lnTo>
                    <a:pt x="2829" y="2715"/>
                  </a:lnTo>
                  <a:lnTo>
                    <a:pt x="6200" y="3587"/>
                  </a:lnTo>
                  <a:lnTo>
                    <a:pt x="13688" y="3599"/>
                  </a:lnTo>
                  <a:lnTo>
                    <a:pt x="8763" y="1731"/>
                  </a:lnTo>
                  <a:lnTo>
                    <a:pt x="6352" y="1705"/>
                  </a:lnTo>
                  <a:lnTo>
                    <a:pt x="1667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22"/>
            <p:cNvSpPr/>
            <p:nvPr/>
          </p:nvSpPr>
          <p:spPr>
            <a:xfrm>
              <a:off x="6185775" y="3706475"/>
              <a:ext cx="137975" cy="31600"/>
            </a:xfrm>
            <a:custGeom>
              <a:rect b="b" l="l" r="r" t="t"/>
              <a:pathLst>
                <a:path extrusionOk="0" h="1264" w="5519">
                  <a:moveTo>
                    <a:pt x="3397" y="1"/>
                  </a:moveTo>
                  <a:lnTo>
                    <a:pt x="0" y="556"/>
                  </a:lnTo>
                  <a:lnTo>
                    <a:pt x="1818" y="1263"/>
                  </a:lnTo>
                  <a:lnTo>
                    <a:pt x="5518" y="556"/>
                  </a:lnTo>
                  <a:lnTo>
                    <a:pt x="3397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22"/>
            <p:cNvSpPr/>
            <p:nvPr/>
          </p:nvSpPr>
          <p:spPr>
            <a:xfrm>
              <a:off x="6156100" y="3698600"/>
              <a:ext cx="203625" cy="47675"/>
            </a:xfrm>
            <a:custGeom>
              <a:rect b="b" l="l" r="r" t="t"/>
              <a:pathLst>
                <a:path extrusionOk="0" h="1907" w="8145">
                  <a:moveTo>
                    <a:pt x="4571" y="644"/>
                  </a:moveTo>
                  <a:lnTo>
                    <a:pt x="5278" y="821"/>
                  </a:lnTo>
                  <a:lnTo>
                    <a:pt x="3031" y="1250"/>
                  </a:lnTo>
                  <a:lnTo>
                    <a:pt x="2374" y="998"/>
                  </a:lnTo>
                  <a:lnTo>
                    <a:pt x="4571" y="644"/>
                  </a:lnTo>
                  <a:close/>
                  <a:moveTo>
                    <a:pt x="4596" y="0"/>
                  </a:moveTo>
                  <a:lnTo>
                    <a:pt x="0" y="745"/>
                  </a:lnTo>
                  <a:lnTo>
                    <a:pt x="2968" y="1907"/>
                  </a:lnTo>
                  <a:lnTo>
                    <a:pt x="8145" y="922"/>
                  </a:lnTo>
                  <a:lnTo>
                    <a:pt x="4596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22"/>
            <p:cNvSpPr/>
            <p:nvPr/>
          </p:nvSpPr>
          <p:spPr>
            <a:xfrm>
              <a:off x="6158300" y="3493725"/>
              <a:ext cx="139875" cy="161950"/>
            </a:xfrm>
            <a:custGeom>
              <a:rect b="b" l="l" r="r" t="t"/>
              <a:pathLst>
                <a:path extrusionOk="0" h="6478" w="5595">
                  <a:moveTo>
                    <a:pt x="3864" y="0"/>
                  </a:moveTo>
                  <a:lnTo>
                    <a:pt x="632" y="1579"/>
                  </a:lnTo>
                  <a:lnTo>
                    <a:pt x="1" y="4925"/>
                  </a:lnTo>
                  <a:lnTo>
                    <a:pt x="1099" y="6478"/>
                  </a:lnTo>
                  <a:lnTo>
                    <a:pt x="1730" y="4420"/>
                  </a:lnTo>
                  <a:lnTo>
                    <a:pt x="3473" y="6225"/>
                  </a:lnTo>
                  <a:lnTo>
                    <a:pt x="3473" y="4331"/>
                  </a:lnTo>
                  <a:lnTo>
                    <a:pt x="2678" y="3510"/>
                  </a:lnTo>
                  <a:lnTo>
                    <a:pt x="4104" y="2765"/>
                  </a:lnTo>
                  <a:lnTo>
                    <a:pt x="1895" y="2765"/>
                  </a:lnTo>
                  <a:lnTo>
                    <a:pt x="5594" y="1023"/>
                  </a:lnTo>
                  <a:lnTo>
                    <a:pt x="3864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22"/>
            <p:cNvSpPr/>
            <p:nvPr/>
          </p:nvSpPr>
          <p:spPr>
            <a:xfrm>
              <a:off x="6149775" y="3484875"/>
              <a:ext cx="165125" cy="188175"/>
            </a:xfrm>
            <a:custGeom>
              <a:rect b="b" l="l" r="r" t="t"/>
              <a:pathLst>
                <a:path extrusionOk="0" h="7527" w="6605">
                  <a:moveTo>
                    <a:pt x="4193" y="708"/>
                  </a:moveTo>
                  <a:lnTo>
                    <a:pt x="5266" y="1339"/>
                  </a:lnTo>
                  <a:lnTo>
                    <a:pt x="1023" y="3334"/>
                  </a:lnTo>
                  <a:lnTo>
                    <a:pt x="1023" y="3334"/>
                  </a:lnTo>
                  <a:lnTo>
                    <a:pt x="1251" y="2147"/>
                  </a:lnTo>
                  <a:lnTo>
                    <a:pt x="4193" y="708"/>
                  </a:lnTo>
                  <a:close/>
                  <a:moveTo>
                    <a:pt x="3157" y="3423"/>
                  </a:moveTo>
                  <a:lnTo>
                    <a:pt x="2501" y="3776"/>
                  </a:lnTo>
                  <a:lnTo>
                    <a:pt x="3486" y="4812"/>
                  </a:lnTo>
                  <a:lnTo>
                    <a:pt x="3486" y="5796"/>
                  </a:lnTo>
                  <a:lnTo>
                    <a:pt x="1933" y="4168"/>
                  </a:lnTo>
                  <a:lnTo>
                    <a:pt x="1326" y="6125"/>
                  </a:lnTo>
                  <a:lnTo>
                    <a:pt x="670" y="5203"/>
                  </a:lnTo>
                  <a:lnTo>
                    <a:pt x="1011" y="3423"/>
                  </a:lnTo>
                  <a:close/>
                  <a:moveTo>
                    <a:pt x="4218" y="1"/>
                  </a:moveTo>
                  <a:lnTo>
                    <a:pt x="683" y="1718"/>
                  </a:lnTo>
                  <a:lnTo>
                    <a:pt x="1" y="5354"/>
                  </a:lnTo>
                  <a:lnTo>
                    <a:pt x="1554" y="7526"/>
                  </a:lnTo>
                  <a:lnTo>
                    <a:pt x="2210" y="5392"/>
                  </a:lnTo>
                  <a:lnTo>
                    <a:pt x="4117" y="7375"/>
                  </a:lnTo>
                  <a:lnTo>
                    <a:pt x="4117" y="4572"/>
                  </a:lnTo>
                  <a:lnTo>
                    <a:pt x="3536" y="3953"/>
                  </a:lnTo>
                  <a:lnTo>
                    <a:pt x="5708" y="2804"/>
                  </a:lnTo>
                  <a:lnTo>
                    <a:pt x="3650" y="2804"/>
                  </a:lnTo>
                  <a:lnTo>
                    <a:pt x="6605" y="1415"/>
                  </a:lnTo>
                  <a:lnTo>
                    <a:pt x="4218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3" name="Google Shape;573;p22"/>
            <p:cNvSpPr/>
            <p:nvPr/>
          </p:nvSpPr>
          <p:spPr>
            <a:xfrm>
              <a:off x="5945525" y="3367450"/>
              <a:ext cx="213125" cy="254775"/>
            </a:xfrm>
            <a:custGeom>
              <a:rect b="b" l="l" r="r" t="t"/>
              <a:pathLst>
                <a:path extrusionOk="0" h="10191" w="8525">
                  <a:moveTo>
                    <a:pt x="6542" y="0"/>
                  </a:moveTo>
                  <a:lnTo>
                    <a:pt x="3941" y="3119"/>
                  </a:lnTo>
                  <a:lnTo>
                    <a:pt x="2817" y="5291"/>
                  </a:lnTo>
                  <a:lnTo>
                    <a:pt x="935" y="5291"/>
                  </a:lnTo>
                  <a:lnTo>
                    <a:pt x="1" y="6869"/>
                  </a:lnTo>
                  <a:lnTo>
                    <a:pt x="1491" y="9067"/>
                  </a:lnTo>
                  <a:lnTo>
                    <a:pt x="2817" y="9546"/>
                  </a:lnTo>
                  <a:lnTo>
                    <a:pt x="4686" y="9344"/>
                  </a:lnTo>
                  <a:lnTo>
                    <a:pt x="6049" y="10190"/>
                  </a:lnTo>
                  <a:lnTo>
                    <a:pt x="7363" y="6516"/>
                  </a:lnTo>
                  <a:lnTo>
                    <a:pt x="8524" y="4874"/>
                  </a:lnTo>
                  <a:lnTo>
                    <a:pt x="7653" y="3384"/>
                  </a:lnTo>
                  <a:lnTo>
                    <a:pt x="8512" y="2134"/>
                  </a:lnTo>
                  <a:lnTo>
                    <a:pt x="6542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22"/>
            <p:cNvSpPr/>
            <p:nvPr/>
          </p:nvSpPr>
          <p:spPr>
            <a:xfrm>
              <a:off x="5936075" y="3355775"/>
              <a:ext cx="232350" cy="278450"/>
            </a:xfrm>
            <a:custGeom>
              <a:rect b="b" l="l" r="r" t="t"/>
              <a:pathLst>
                <a:path extrusionOk="0" h="11138" w="9294">
                  <a:moveTo>
                    <a:pt x="6932" y="947"/>
                  </a:moveTo>
                  <a:lnTo>
                    <a:pt x="8486" y="2627"/>
                  </a:lnTo>
                  <a:lnTo>
                    <a:pt x="7652" y="3839"/>
                  </a:lnTo>
                  <a:lnTo>
                    <a:pt x="8523" y="5329"/>
                  </a:lnTo>
                  <a:lnTo>
                    <a:pt x="7475" y="6806"/>
                  </a:lnTo>
                  <a:lnTo>
                    <a:pt x="6263" y="10190"/>
                  </a:lnTo>
                  <a:lnTo>
                    <a:pt x="5139" y="9496"/>
                  </a:lnTo>
                  <a:lnTo>
                    <a:pt x="3220" y="9685"/>
                  </a:lnTo>
                  <a:lnTo>
                    <a:pt x="2071" y="9281"/>
                  </a:lnTo>
                  <a:lnTo>
                    <a:pt x="745" y="7324"/>
                  </a:lnTo>
                  <a:lnTo>
                    <a:pt x="1490" y="6074"/>
                  </a:lnTo>
                  <a:lnTo>
                    <a:pt x="3384" y="6074"/>
                  </a:lnTo>
                  <a:lnTo>
                    <a:pt x="4584" y="3763"/>
                  </a:lnTo>
                  <a:lnTo>
                    <a:pt x="6932" y="947"/>
                  </a:lnTo>
                  <a:close/>
                  <a:moveTo>
                    <a:pt x="6907" y="0"/>
                  </a:moveTo>
                  <a:lnTo>
                    <a:pt x="4079" y="3397"/>
                  </a:lnTo>
                  <a:lnTo>
                    <a:pt x="3005" y="5442"/>
                  </a:lnTo>
                  <a:lnTo>
                    <a:pt x="1137" y="5442"/>
                  </a:lnTo>
                  <a:lnTo>
                    <a:pt x="0" y="7336"/>
                  </a:lnTo>
                  <a:lnTo>
                    <a:pt x="1667" y="9799"/>
                  </a:lnTo>
                  <a:lnTo>
                    <a:pt x="3157" y="10329"/>
                  </a:lnTo>
                  <a:lnTo>
                    <a:pt x="4988" y="10140"/>
                  </a:lnTo>
                  <a:lnTo>
                    <a:pt x="6591" y="11137"/>
                  </a:lnTo>
                  <a:lnTo>
                    <a:pt x="8018" y="7147"/>
                  </a:lnTo>
                  <a:lnTo>
                    <a:pt x="9281" y="5379"/>
                  </a:lnTo>
                  <a:lnTo>
                    <a:pt x="8397" y="3877"/>
                  </a:lnTo>
                  <a:lnTo>
                    <a:pt x="9294" y="2576"/>
                  </a:lnTo>
                  <a:lnTo>
                    <a:pt x="6907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22"/>
            <p:cNvSpPr/>
            <p:nvPr/>
          </p:nvSpPr>
          <p:spPr>
            <a:xfrm>
              <a:off x="6429775" y="3529075"/>
              <a:ext cx="453650" cy="254450"/>
            </a:xfrm>
            <a:custGeom>
              <a:rect b="b" l="l" r="r" t="t"/>
              <a:pathLst>
                <a:path extrusionOk="0" h="10178" w="18146">
                  <a:moveTo>
                    <a:pt x="1794" y="0"/>
                  </a:moveTo>
                  <a:lnTo>
                    <a:pt x="1" y="745"/>
                  </a:lnTo>
                  <a:lnTo>
                    <a:pt x="1705" y="2576"/>
                  </a:lnTo>
                  <a:lnTo>
                    <a:pt x="2223" y="4496"/>
                  </a:lnTo>
                  <a:lnTo>
                    <a:pt x="4281" y="4496"/>
                  </a:lnTo>
                  <a:lnTo>
                    <a:pt x="5847" y="5039"/>
                  </a:lnTo>
                  <a:lnTo>
                    <a:pt x="5847" y="6705"/>
                  </a:lnTo>
                  <a:lnTo>
                    <a:pt x="8764" y="8915"/>
                  </a:lnTo>
                  <a:lnTo>
                    <a:pt x="11214" y="8915"/>
                  </a:lnTo>
                  <a:lnTo>
                    <a:pt x="12236" y="7412"/>
                  </a:lnTo>
                  <a:lnTo>
                    <a:pt x="14055" y="8120"/>
                  </a:lnTo>
                  <a:lnTo>
                    <a:pt x="15633" y="10178"/>
                  </a:lnTo>
                  <a:lnTo>
                    <a:pt x="18146" y="10178"/>
                  </a:lnTo>
                  <a:lnTo>
                    <a:pt x="14522" y="5443"/>
                  </a:lnTo>
                  <a:lnTo>
                    <a:pt x="10431" y="3157"/>
                  </a:lnTo>
                  <a:lnTo>
                    <a:pt x="5531" y="1819"/>
                  </a:lnTo>
                  <a:lnTo>
                    <a:pt x="3650" y="2652"/>
                  </a:lnTo>
                  <a:lnTo>
                    <a:pt x="3094" y="733"/>
                  </a:lnTo>
                  <a:lnTo>
                    <a:pt x="1794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22"/>
            <p:cNvSpPr/>
            <p:nvPr/>
          </p:nvSpPr>
          <p:spPr>
            <a:xfrm>
              <a:off x="6416200" y="3519925"/>
              <a:ext cx="483325" cy="271500"/>
            </a:xfrm>
            <a:custGeom>
              <a:rect b="b" l="l" r="r" t="t"/>
              <a:pathLst>
                <a:path extrusionOk="0" h="10860" w="19333">
                  <a:moveTo>
                    <a:pt x="2312" y="707"/>
                  </a:moveTo>
                  <a:lnTo>
                    <a:pt x="3372" y="1313"/>
                  </a:lnTo>
                  <a:lnTo>
                    <a:pt x="3991" y="3447"/>
                  </a:lnTo>
                  <a:lnTo>
                    <a:pt x="6112" y="2513"/>
                  </a:lnTo>
                  <a:lnTo>
                    <a:pt x="10860" y="3814"/>
                  </a:lnTo>
                  <a:lnTo>
                    <a:pt x="14863" y="6061"/>
                  </a:lnTo>
                  <a:lnTo>
                    <a:pt x="18058" y="10228"/>
                  </a:lnTo>
                  <a:lnTo>
                    <a:pt x="16328" y="10228"/>
                  </a:lnTo>
                  <a:lnTo>
                    <a:pt x="14787" y="8233"/>
                  </a:lnTo>
                  <a:lnTo>
                    <a:pt x="12653" y="7400"/>
                  </a:lnTo>
                  <a:lnTo>
                    <a:pt x="11580" y="8965"/>
                  </a:lnTo>
                  <a:lnTo>
                    <a:pt x="9408" y="8965"/>
                  </a:lnTo>
                  <a:lnTo>
                    <a:pt x="6706" y="6920"/>
                  </a:lnTo>
                  <a:lnTo>
                    <a:pt x="6706" y="5177"/>
                  </a:lnTo>
                  <a:lnTo>
                    <a:pt x="4913" y="4571"/>
                  </a:lnTo>
                  <a:lnTo>
                    <a:pt x="3006" y="4546"/>
                  </a:lnTo>
                  <a:lnTo>
                    <a:pt x="2526" y="2778"/>
                  </a:lnTo>
                  <a:lnTo>
                    <a:pt x="1074" y="1225"/>
                  </a:lnTo>
                  <a:lnTo>
                    <a:pt x="2312" y="707"/>
                  </a:lnTo>
                  <a:close/>
                  <a:moveTo>
                    <a:pt x="2362" y="0"/>
                  </a:moveTo>
                  <a:lnTo>
                    <a:pt x="1" y="998"/>
                  </a:lnTo>
                  <a:lnTo>
                    <a:pt x="1958" y="3094"/>
                  </a:lnTo>
                  <a:lnTo>
                    <a:pt x="2526" y="5177"/>
                  </a:lnTo>
                  <a:lnTo>
                    <a:pt x="4761" y="5177"/>
                  </a:lnTo>
                  <a:lnTo>
                    <a:pt x="6074" y="5632"/>
                  </a:lnTo>
                  <a:lnTo>
                    <a:pt x="6074" y="7223"/>
                  </a:lnTo>
                  <a:lnTo>
                    <a:pt x="9206" y="9597"/>
                  </a:lnTo>
                  <a:lnTo>
                    <a:pt x="11921" y="9597"/>
                  </a:lnTo>
                  <a:lnTo>
                    <a:pt x="12906" y="8170"/>
                  </a:lnTo>
                  <a:lnTo>
                    <a:pt x="14396" y="8751"/>
                  </a:lnTo>
                  <a:lnTo>
                    <a:pt x="16025" y="10859"/>
                  </a:lnTo>
                  <a:lnTo>
                    <a:pt x="19333" y="10859"/>
                  </a:lnTo>
                  <a:lnTo>
                    <a:pt x="15317" y="5607"/>
                  </a:lnTo>
                  <a:lnTo>
                    <a:pt x="11125" y="3245"/>
                  </a:lnTo>
                  <a:lnTo>
                    <a:pt x="6049" y="1844"/>
                  </a:lnTo>
                  <a:lnTo>
                    <a:pt x="4395" y="2576"/>
                  </a:lnTo>
                  <a:lnTo>
                    <a:pt x="3903" y="884"/>
                  </a:lnTo>
                  <a:lnTo>
                    <a:pt x="2362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22"/>
            <p:cNvSpPr/>
            <p:nvPr/>
          </p:nvSpPr>
          <p:spPr>
            <a:xfrm>
              <a:off x="5992575" y="3785400"/>
              <a:ext cx="867500" cy="764650"/>
            </a:xfrm>
            <a:custGeom>
              <a:rect b="b" l="l" r="r" t="t"/>
              <a:pathLst>
                <a:path extrusionOk="0" h="30586" w="34700">
                  <a:moveTo>
                    <a:pt x="18082" y="1"/>
                  </a:moveTo>
                  <a:lnTo>
                    <a:pt x="15494" y="2602"/>
                  </a:lnTo>
                  <a:lnTo>
                    <a:pt x="13953" y="3574"/>
                  </a:lnTo>
                  <a:lnTo>
                    <a:pt x="12577" y="3006"/>
                  </a:lnTo>
                  <a:lnTo>
                    <a:pt x="9976" y="5430"/>
                  </a:lnTo>
                  <a:lnTo>
                    <a:pt x="8195" y="7627"/>
                  </a:lnTo>
                  <a:lnTo>
                    <a:pt x="4950" y="9572"/>
                  </a:lnTo>
                  <a:lnTo>
                    <a:pt x="1617" y="10228"/>
                  </a:lnTo>
                  <a:lnTo>
                    <a:pt x="0" y="12779"/>
                  </a:lnTo>
                  <a:lnTo>
                    <a:pt x="0" y="15999"/>
                  </a:lnTo>
                  <a:lnTo>
                    <a:pt x="973" y="20835"/>
                  </a:lnTo>
                  <a:lnTo>
                    <a:pt x="480" y="22704"/>
                  </a:lnTo>
                  <a:lnTo>
                    <a:pt x="1857" y="24244"/>
                  </a:lnTo>
                  <a:lnTo>
                    <a:pt x="5481" y="23424"/>
                  </a:lnTo>
                  <a:lnTo>
                    <a:pt x="9408" y="22211"/>
                  </a:lnTo>
                  <a:lnTo>
                    <a:pt x="12223" y="20999"/>
                  </a:lnTo>
                  <a:lnTo>
                    <a:pt x="16214" y="21365"/>
                  </a:lnTo>
                  <a:lnTo>
                    <a:pt x="18070" y="24964"/>
                  </a:lnTo>
                  <a:lnTo>
                    <a:pt x="20103" y="23184"/>
                  </a:lnTo>
                  <a:lnTo>
                    <a:pt x="20911" y="26833"/>
                  </a:lnTo>
                  <a:cubicBezTo>
                    <a:pt x="20911" y="26833"/>
                    <a:pt x="21719" y="29421"/>
                    <a:pt x="22047" y="29421"/>
                  </a:cubicBezTo>
                  <a:cubicBezTo>
                    <a:pt x="22349" y="29421"/>
                    <a:pt x="23677" y="30586"/>
                    <a:pt x="24015" y="30586"/>
                  </a:cubicBezTo>
                  <a:cubicBezTo>
                    <a:pt x="24045" y="30586"/>
                    <a:pt x="24067" y="30577"/>
                    <a:pt x="24080" y="30558"/>
                  </a:cubicBezTo>
                  <a:cubicBezTo>
                    <a:pt x="24232" y="30318"/>
                    <a:pt x="25621" y="29990"/>
                    <a:pt x="25621" y="29990"/>
                  </a:cubicBezTo>
                  <a:lnTo>
                    <a:pt x="28133" y="30229"/>
                  </a:lnTo>
                  <a:cubicBezTo>
                    <a:pt x="28133" y="30229"/>
                    <a:pt x="30735" y="28045"/>
                    <a:pt x="30735" y="27729"/>
                  </a:cubicBezTo>
                  <a:cubicBezTo>
                    <a:pt x="30735" y="27401"/>
                    <a:pt x="32831" y="23348"/>
                    <a:pt x="32831" y="23348"/>
                  </a:cubicBezTo>
                  <a:lnTo>
                    <a:pt x="34371" y="19699"/>
                  </a:lnTo>
                  <a:lnTo>
                    <a:pt x="34700" y="14193"/>
                  </a:lnTo>
                  <a:lnTo>
                    <a:pt x="31303" y="8107"/>
                  </a:lnTo>
                  <a:lnTo>
                    <a:pt x="30078" y="5114"/>
                  </a:lnTo>
                  <a:lnTo>
                    <a:pt x="29434" y="3081"/>
                  </a:lnTo>
                  <a:lnTo>
                    <a:pt x="27654" y="1"/>
                  </a:lnTo>
                  <a:lnTo>
                    <a:pt x="26025" y="3410"/>
                  </a:lnTo>
                  <a:lnTo>
                    <a:pt x="26113" y="4950"/>
                  </a:lnTo>
                  <a:lnTo>
                    <a:pt x="24333" y="6251"/>
                  </a:lnTo>
                  <a:lnTo>
                    <a:pt x="21971" y="4054"/>
                  </a:lnTo>
                  <a:lnTo>
                    <a:pt x="22224" y="1301"/>
                  </a:lnTo>
                  <a:lnTo>
                    <a:pt x="18082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22"/>
            <p:cNvSpPr/>
            <p:nvPr/>
          </p:nvSpPr>
          <p:spPr>
            <a:xfrm>
              <a:off x="5985000" y="3768350"/>
              <a:ext cx="883600" cy="789850"/>
            </a:xfrm>
            <a:custGeom>
              <a:rect b="b" l="l" r="r" t="t"/>
              <a:pathLst>
                <a:path extrusionOk="0" h="31594" w="35344">
                  <a:moveTo>
                    <a:pt x="18474" y="1049"/>
                  </a:moveTo>
                  <a:lnTo>
                    <a:pt x="22186" y="2210"/>
                  </a:lnTo>
                  <a:lnTo>
                    <a:pt x="21946" y="4862"/>
                  </a:lnTo>
                  <a:lnTo>
                    <a:pt x="24598" y="7337"/>
                  </a:lnTo>
                  <a:lnTo>
                    <a:pt x="26732" y="5784"/>
                  </a:lnTo>
                  <a:lnTo>
                    <a:pt x="26643" y="4155"/>
                  </a:lnTo>
                  <a:lnTo>
                    <a:pt x="27969" y="1364"/>
                  </a:lnTo>
                  <a:lnTo>
                    <a:pt x="29447" y="3890"/>
                  </a:lnTo>
                  <a:lnTo>
                    <a:pt x="30091" y="5910"/>
                  </a:lnTo>
                  <a:lnTo>
                    <a:pt x="31315" y="8941"/>
                  </a:lnTo>
                  <a:lnTo>
                    <a:pt x="34674" y="14938"/>
                  </a:lnTo>
                  <a:lnTo>
                    <a:pt x="34359" y="20305"/>
                  </a:lnTo>
                  <a:lnTo>
                    <a:pt x="32856" y="23891"/>
                  </a:lnTo>
                  <a:cubicBezTo>
                    <a:pt x="31530" y="26442"/>
                    <a:pt x="30810" y="27932"/>
                    <a:pt x="30722" y="28336"/>
                  </a:cubicBezTo>
                  <a:cubicBezTo>
                    <a:pt x="30583" y="28601"/>
                    <a:pt x="29396" y="29687"/>
                    <a:pt x="28335" y="30596"/>
                  </a:cubicBezTo>
                  <a:lnTo>
                    <a:pt x="25898" y="30356"/>
                  </a:lnTo>
                  <a:lnTo>
                    <a:pt x="25848" y="30369"/>
                  </a:lnTo>
                  <a:cubicBezTo>
                    <a:pt x="25052" y="30558"/>
                    <a:pt x="24522" y="30747"/>
                    <a:pt x="24257" y="30937"/>
                  </a:cubicBezTo>
                  <a:cubicBezTo>
                    <a:pt x="23979" y="30773"/>
                    <a:pt x="23714" y="30596"/>
                    <a:pt x="23461" y="30406"/>
                  </a:cubicBezTo>
                  <a:cubicBezTo>
                    <a:pt x="22931" y="30028"/>
                    <a:pt x="22666" y="29851"/>
                    <a:pt x="22464" y="29800"/>
                  </a:cubicBezTo>
                  <a:cubicBezTo>
                    <a:pt x="22262" y="29560"/>
                    <a:pt x="21832" y="28411"/>
                    <a:pt x="21517" y="27439"/>
                  </a:cubicBezTo>
                  <a:lnTo>
                    <a:pt x="20595" y="23272"/>
                  </a:lnTo>
                  <a:lnTo>
                    <a:pt x="18474" y="25141"/>
                  </a:lnTo>
                  <a:lnTo>
                    <a:pt x="16706" y="21744"/>
                  </a:lnTo>
                  <a:lnTo>
                    <a:pt x="12463" y="21353"/>
                  </a:lnTo>
                  <a:lnTo>
                    <a:pt x="9610" y="22590"/>
                  </a:lnTo>
                  <a:lnTo>
                    <a:pt x="5708" y="23803"/>
                  </a:lnTo>
                  <a:lnTo>
                    <a:pt x="2261" y="24573"/>
                  </a:lnTo>
                  <a:lnTo>
                    <a:pt x="1124" y="23297"/>
                  </a:lnTo>
                  <a:lnTo>
                    <a:pt x="1591" y="21530"/>
                  </a:lnTo>
                  <a:lnTo>
                    <a:pt x="619" y="16681"/>
                  </a:lnTo>
                  <a:lnTo>
                    <a:pt x="619" y="13537"/>
                  </a:lnTo>
                  <a:lnTo>
                    <a:pt x="2109" y="11188"/>
                  </a:lnTo>
                  <a:lnTo>
                    <a:pt x="5316" y="10557"/>
                  </a:lnTo>
                  <a:lnTo>
                    <a:pt x="8662" y="8574"/>
                  </a:lnTo>
                  <a:lnTo>
                    <a:pt x="10493" y="6352"/>
                  </a:lnTo>
                  <a:lnTo>
                    <a:pt x="12943" y="4054"/>
                  </a:lnTo>
                  <a:lnTo>
                    <a:pt x="14282" y="4609"/>
                  </a:lnTo>
                  <a:lnTo>
                    <a:pt x="15961" y="3549"/>
                  </a:lnTo>
                  <a:lnTo>
                    <a:pt x="18474" y="1049"/>
                  </a:lnTo>
                  <a:close/>
                  <a:moveTo>
                    <a:pt x="27944" y="1"/>
                  </a:moveTo>
                  <a:lnTo>
                    <a:pt x="26025" y="4016"/>
                  </a:lnTo>
                  <a:lnTo>
                    <a:pt x="26100" y="5468"/>
                  </a:lnTo>
                  <a:lnTo>
                    <a:pt x="24674" y="6516"/>
                  </a:lnTo>
                  <a:lnTo>
                    <a:pt x="22615" y="4609"/>
                  </a:lnTo>
                  <a:lnTo>
                    <a:pt x="22868" y="1756"/>
                  </a:lnTo>
                  <a:lnTo>
                    <a:pt x="18310" y="316"/>
                  </a:lnTo>
                  <a:lnTo>
                    <a:pt x="15607" y="3018"/>
                  </a:lnTo>
                  <a:lnTo>
                    <a:pt x="14231" y="3890"/>
                  </a:lnTo>
                  <a:lnTo>
                    <a:pt x="12817" y="3309"/>
                  </a:lnTo>
                  <a:lnTo>
                    <a:pt x="10039" y="5910"/>
                  </a:lnTo>
                  <a:lnTo>
                    <a:pt x="8296" y="8057"/>
                  </a:lnTo>
                  <a:lnTo>
                    <a:pt x="5152" y="9951"/>
                  </a:lnTo>
                  <a:lnTo>
                    <a:pt x="1743" y="10633"/>
                  </a:lnTo>
                  <a:lnTo>
                    <a:pt x="0" y="13360"/>
                  </a:lnTo>
                  <a:lnTo>
                    <a:pt x="0" y="16744"/>
                  </a:lnTo>
                  <a:lnTo>
                    <a:pt x="947" y="21504"/>
                  </a:lnTo>
                  <a:lnTo>
                    <a:pt x="430" y="23462"/>
                  </a:lnTo>
                  <a:lnTo>
                    <a:pt x="2046" y="25267"/>
                  </a:lnTo>
                  <a:lnTo>
                    <a:pt x="5872" y="24409"/>
                  </a:lnTo>
                  <a:lnTo>
                    <a:pt x="9824" y="23184"/>
                  </a:lnTo>
                  <a:lnTo>
                    <a:pt x="12564" y="21997"/>
                  </a:lnTo>
                  <a:lnTo>
                    <a:pt x="16314" y="22338"/>
                  </a:lnTo>
                  <a:lnTo>
                    <a:pt x="18284" y="26151"/>
                  </a:lnTo>
                  <a:lnTo>
                    <a:pt x="20216" y="24459"/>
                  </a:lnTo>
                  <a:lnTo>
                    <a:pt x="20923" y="27616"/>
                  </a:lnTo>
                  <a:cubicBezTo>
                    <a:pt x="21795" y="30419"/>
                    <a:pt x="22136" y="30419"/>
                    <a:pt x="22325" y="30419"/>
                  </a:cubicBezTo>
                  <a:cubicBezTo>
                    <a:pt x="22590" y="30571"/>
                    <a:pt x="22855" y="30735"/>
                    <a:pt x="23095" y="30924"/>
                  </a:cubicBezTo>
                  <a:cubicBezTo>
                    <a:pt x="23752" y="31391"/>
                    <a:pt x="24067" y="31593"/>
                    <a:pt x="24320" y="31593"/>
                  </a:cubicBezTo>
                  <a:cubicBezTo>
                    <a:pt x="24345" y="31581"/>
                    <a:pt x="24383" y="31581"/>
                    <a:pt x="24421" y="31568"/>
                  </a:cubicBezTo>
                  <a:cubicBezTo>
                    <a:pt x="24509" y="31555"/>
                    <a:pt x="24598" y="31505"/>
                    <a:pt x="24648" y="31429"/>
                  </a:cubicBezTo>
                  <a:cubicBezTo>
                    <a:pt x="24749" y="31341"/>
                    <a:pt x="25355" y="31126"/>
                    <a:pt x="25962" y="30987"/>
                  </a:cubicBezTo>
                  <a:lnTo>
                    <a:pt x="28563" y="31240"/>
                  </a:lnTo>
                  <a:lnTo>
                    <a:pt x="28664" y="31151"/>
                  </a:lnTo>
                  <a:cubicBezTo>
                    <a:pt x="31366" y="28866"/>
                    <a:pt x="31366" y="28550"/>
                    <a:pt x="31366" y="28424"/>
                  </a:cubicBezTo>
                  <a:cubicBezTo>
                    <a:pt x="31416" y="28146"/>
                    <a:pt x="32464" y="26037"/>
                    <a:pt x="33449" y="24143"/>
                  </a:cubicBezTo>
                  <a:lnTo>
                    <a:pt x="34990" y="20494"/>
                  </a:lnTo>
                  <a:lnTo>
                    <a:pt x="35343" y="14787"/>
                  </a:lnTo>
                  <a:lnTo>
                    <a:pt x="31909" y="8663"/>
                  </a:lnTo>
                  <a:lnTo>
                    <a:pt x="30697" y="5683"/>
                  </a:lnTo>
                  <a:lnTo>
                    <a:pt x="30053" y="3662"/>
                  </a:lnTo>
                  <a:lnTo>
                    <a:pt x="27944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22"/>
            <p:cNvSpPr/>
            <p:nvPr/>
          </p:nvSpPr>
          <p:spPr>
            <a:xfrm>
              <a:off x="6575950" y="4616250"/>
              <a:ext cx="97550" cy="109575"/>
            </a:xfrm>
            <a:custGeom>
              <a:rect b="b" l="l" r="r" t="t"/>
              <a:pathLst>
                <a:path extrusionOk="0" h="4383" w="3902">
                  <a:moveTo>
                    <a:pt x="303" y="1"/>
                  </a:moveTo>
                  <a:lnTo>
                    <a:pt x="0" y="430"/>
                  </a:lnTo>
                  <a:lnTo>
                    <a:pt x="0" y="2955"/>
                  </a:lnTo>
                  <a:lnTo>
                    <a:pt x="1326" y="4382"/>
                  </a:lnTo>
                  <a:lnTo>
                    <a:pt x="3498" y="2753"/>
                  </a:lnTo>
                  <a:lnTo>
                    <a:pt x="3902" y="430"/>
                  </a:lnTo>
                  <a:lnTo>
                    <a:pt x="2273" y="1213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22"/>
            <p:cNvSpPr/>
            <p:nvPr/>
          </p:nvSpPr>
          <p:spPr>
            <a:xfrm>
              <a:off x="6568050" y="4609625"/>
              <a:ext cx="115875" cy="126600"/>
            </a:xfrm>
            <a:custGeom>
              <a:rect b="b" l="l" r="r" t="t"/>
              <a:pathLst>
                <a:path extrusionOk="0" h="5064" w="4635">
                  <a:moveTo>
                    <a:pt x="783" y="1"/>
                  </a:moveTo>
                  <a:lnTo>
                    <a:pt x="455" y="531"/>
                  </a:lnTo>
                  <a:lnTo>
                    <a:pt x="2564" y="1844"/>
                  </a:lnTo>
                  <a:lnTo>
                    <a:pt x="3814" y="1251"/>
                  </a:lnTo>
                  <a:lnTo>
                    <a:pt x="3536" y="2842"/>
                  </a:lnTo>
                  <a:lnTo>
                    <a:pt x="1680" y="4218"/>
                  </a:lnTo>
                  <a:lnTo>
                    <a:pt x="632" y="3094"/>
                  </a:lnTo>
                  <a:lnTo>
                    <a:pt x="632" y="695"/>
                  </a:lnTo>
                  <a:lnTo>
                    <a:pt x="0" y="695"/>
                  </a:lnTo>
                  <a:lnTo>
                    <a:pt x="0" y="3347"/>
                  </a:lnTo>
                  <a:lnTo>
                    <a:pt x="1592" y="5064"/>
                  </a:lnTo>
                  <a:lnTo>
                    <a:pt x="4104" y="3208"/>
                  </a:lnTo>
                  <a:lnTo>
                    <a:pt x="4635" y="139"/>
                  </a:lnTo>
                  <a:lnTo>
                    <a:pt x="2602" y="1124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22"/>
            <p:cNvSpPr/>
            <p:nvPr/>
          </p:nvSpPr>
          <p:spPr>
            <a:xfrm>
              <a:off x="6995150" y="4713800"/>
              <a:ext cx="195750" cy="190700"/>
            </a:xfrm>
            <a:custGeom>
              <a:rect b="b" l="l" r="r" t="t"/>
              <a:pathLst>
                <a:path extrusionOk="0" h="7628" w="7830">
                  <a:moveTo>
                    <a:pt x="6883" y="0"/>
                  </a:moveTo>
                  <a:lnTo>
                    <a:pt x="4648" y="1932"/>
                  </a:lnTo>
                  <a:lnTo>
                    <a:pt x="2615" y="2905"/>
                  </a:lnTo>
                  <a:lnTo>
                    <a:pt x="468" y="4660"/>
                  </a:lnTo>
                  <a:lnTo>
                    <a:pt x="1" y="5859"/>
                  </a:lnTo>
                  <a:lnTo>
                    <a:pt x="1958" y="7627"/>
                  </a:lnTo>
                  <a:lnTo>
                    <a:pt x="4471" y="4622"/>
                  </a:lnTo>
                  <a:lnTo>
                    <a:pt x="6921" y="2425"/>
                  </a:lnTo>
                  <a:lnTo>
                    <a:pt x="7830" y="1124"/>
                  </a:lnTo>
                  <a:lnTo>
                    <a:pt x="783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22"/>
            <p:cNvSpPr/>
            <p:nvPr/>
          </p:nvSpPr>
          <p:spPr>
            <a:xfrm>
              <a:off x="6985700" y="4705900"/>
              <a:ext cx="213100" cy="209650"/>
            </a:xfrm>
            <a:custGeom>
              <a:rect b="b" l="l" r="r" t="t"/>
              <a:pathLst>
                <a:path extrusionOk="0" h="8386" w="8524">
                  <a:moveTo>
                    <a:pt x="7905" y="632"/>
                  </a:moveTo>
                  <a:lnTo>
                    <a:pt x="7905" y="1339"/>
                  </a:lnTo>
                  <a:lnTo>
                    <a:pt x="7071" y="2526"/>
                  </a:lnTo>
                  <a:lnTo>
                    <a:pt x="4609" y="4736"/>
                  </a:lnTo>
                  <a:lnTo>
                    <a:pt x="2311" y="7489"/>
                  </a:lnTo>
                  <a:lnTo>
                    <a:pt x="758" y="6074"/>
                  </a:lnTo>
                  <a:lnTo>
                    <a:pt x="1111" y="5165"/>
                  </a:lnTo>
                  <a:lnTo>
                    <a:pt x="3169" y="3486"/>
                  </a:lnTo>
                  <a:lnTo>
                    <a:pt x="5165" y="2526"/>
                  </a:lnTo>
                  <a:lnTo>
                    <a:pt x="7387" y="632"/>
                  </a:lnTo>
                  <a:close/>
                  <a:moveTo>
                    <a:pt x="7147" y="1"/>
                  </a:moveTo>
                  <a:lnTo>
                    <a:pt x="4836" y="1971"/>
                  </a:lnTo>
                  <a:lnTo>
                    <a:pt x="2854" y="2943"/>
                  </a:lnTo>
                  <a:lnTo>
                    <a:pt x="568" y="4786"/>
                  </a:lnTo>
                  <a:lnTo>
                    <a:pt x="0" y="6251"/>
                  </a:lnTo>
                  <a:lnTo>
                    <a:pt x="2374" y="8385"/>
                  </a:lnTo>
                  <a:lnTo>
                    <a:pt x="5064" y="5165"/>
                  </a:lnTo>
                  <a:lnTo>
                    <a:pt x="7513" y="2981"/>
                  </a:lnTo>
                  <a:lnTo>
                    <a:pt x="8523" y="1541"/>
                  </a:lnTo>
                  <a:lnTo>
                    <a:pt x="8523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22"/>
            <p:cNvSpPr/>
            <p:nvPr/>
          </p:nvSpPr>
          <p:spPr>
            <a:xfrm>
              <a:off x="7223700" y="4478300"/>
              <a:ext cx="126625" cy="235850"/>
            </a:xfrm>
            <a:custGeom>
              <a:rect b="b" l="l" r="r" t="t"/>
              <a:pathLst>
                <a:path extrusionOk="0" h="9434" w="5065">
                  <a:moveTo>
                    <a:pt x="607" y="1"/>
                  </a:moveTo>
                  <a:lnTo>
                    <a:pt x="1099" y="3334"/>
                  </a:lnTo>
                  <a:lnTo>
                    <a:pt x="1175" y="5557"/>
                  </a:lnTo>
                  <a:lnTo>
                    <a:pt x="266" y="5948"/>
                  </a:lnTo>
                  <a:lnTo>
                    <a:pt x="1087" y="7792"/>
                  </a:lnTo>
                  <a:cubicBezTo>
                    <a:pt x="1087" y="7792"/>
                    <a:pt x="1" y="8612"/>
                    <a:pt x="317" y="8827"/>
                  </a:cubicBezTo>
                  <a:cubicBezTo>
                    <a:pt x="569" y="9004"/>
                    <a:pt x="809" y="9206"/>
                    <a:pt x="1036" y="9433"/>
                  </a:cubicBezTo>
                  <a:lnTo>
                    <a:pt x="2640" y="7716"/>
                  </a:lnTo>
                  <a:lnTo>
                    <a:pt x="3448" y="5531"/>
                  </a:lnTo>
                  <a:lnTo>
                    <a:pt x="5064" y="5026"/>
                  </a:lnTo>
                  <a:lnTo>
                    <a:pt x="4092" y="4370"/>
                  </a:lnTo>
                  <a:lnTo>
                    <a:pt x="2791" y="4370"/>
                  </a:lnTo>
                  <a:lnTo>
                    <a:pt x="2665" y="733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22"/>
            <p:cNvSpPr/>
            <p:nvPr/>
          </p:nvSpPr>
          <p:spPr>
            <a:xfrm>
              <a:off x="7219600" y="4466625"/>
              <a:ext cx="149025" cy="258875"/>
            </a:xfrm>
            <a:custGeom>
              <a:rect b="b" l="l" r="r" t="t"/>
              <a:pathLst>
                <a:path extrusionOk="0" h="10355" w="5961">
                  <a:moveTo>
                    <a:pt x="1162" y="948"/>
                  </a:moveTo>
                  <a:lnTo>
                    <a:pt x="2526" y="1427"/>
                  </a:lnTo>
                  <a:lnTo>
                    <a:pt x="2652" y="5152"/>
                  </a:lnTo>
                  <a:lnTo>
                    <a:pt x="4155" y="5152"/>
                  </a:lnTo>
                  <a:lnTo>
                    <a:pt x="4509" y="5392"/>
                  </a:lnTo>
                  <a:lnTo>
                    <a:pt x="3372" y="5733"/>
                  </a:lnTo>
                  <a:lnTo>
                    <a:pt x="2539" y="8019"/>
                  </a:lnTo>
                  <a:lnTo>
                    <a:pt x="1188" y="9458"/>
                  </a:lnTo>
                  <a:cubicBezTo>
                    <a:pt x="1074" y="9344"/>
                    <a:pt x="922" y="9231"/>
                    <a:pt x="784" y="9117"/>
                  </a:cubicBezTo>
                  <a:cubicBezTo>
                    <a:pt x="973" y="8903"/>
                    <a:pt x="1200" y="8701"/>
                    <a:pt x="1440" y="8524"/>
                  </a:cubicBezTo>
                  <a:lnTo>
                    <a:pt x="1642" y="8360"/>
                  </a:lnTo>
                  <a:lnTo>
                    <a:pt x="847" y="6579"/>
                  </a:lnTo>
                  <a:lnTo>
                    <a:pt x="1667" y="6238"/>
                  </a:lnTo>
                  <a:lnTo>
                    <a:pt x="1566" y="3751"/>
                  </a:lnTo>
                  <a:lnTo>
                    <a:pt x="1162" y="948"/>
                  </a:lnTo>
                  <a:close/>
                  <a:moveTo>
                    <a:pt x="380" y="1"/>
                  </a:moveTo>
                  <a:lnTo>
                    <a:pt x="948" y="3814"/>
                  </a:lnTo>
                  <a:lnTo>
                    <a:pt x="1011" y="5822"/>
                  </a:lnTo>
                  <a:lnTo>
                    <a:pt x="1" y="6251"/>
                  </a:lnTo>
                  <a:lnTo>
                    <a:pt x="859" y="8158"/>
                  </a:lnTo>
                  <a:cubicBezTo>
                    <a:pt x="481" y="8473"/>
                    <a:pt x="114" y="8865"/>
                    <a:pt x="114" y="9193"/>
                  </a:cubicBezTo>
                  <a:cubicBezTo>
                    <a:pt x="114" y="9332"/>
                    <a:pt x="190" y="9471"/>
                    <a:pt x="304" y="9559"/>
                  </a:cubicBezTo>
                  <a:cubicBezTo>
                    <a:pt x="544" y="9723"/>
                    <a:pt x="771" y="9913"/>
                    <a:pt x="973" y="10127"/>
                  </a:cubicBezTo>
                  <a:lnTo>
                    <a:pt x="1200" y="10355"/>
                  </a:lnTo>
                  <a:lnTo>
                    <a:pt x="3044" y="8397"/>
                  </a:lnTo>
                  <a:lnTo>
                    <a:pt x="3852" y="6251"/>
                  </a:lnTo>
                  <a:lnTo>
                    <a:pt x="5961" y="5607"/>
                  </a:lnTo>
                  <a:lnTo>
                    <a:pt x="4357" y="4521"/>
                  </a:lnTo>
                  <a:lnTo>
                    <a:pt x="3258" y="4521"/>
                  </a:lnTo>
                  <a:lnTo>
                    <a:pt x="3132" y="97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22"/>
            <p:cNvSpPr/>
            <p:nvPr/>
          </p:nvSpPr>
          <p:spPr>
            <a:xfrm>
              <a:off x="6134625" y="2921400"/>
              <a:ext cx="43275" cy="96300"/>
            </a:xfrm>
            <a:custGeom>
              <a:rect b="b" l="l" r="r" t="t"/>
              <a:pathLst>
                <a:path extrusionOk="0" h="3852" w="1731">
                  <a:moveTo>
                    <a:pt x="1415" y="0"/>
                  </a:moveTo>
                  <a:lnTo>
                    <a:pt x="1" y="682"/>
                  </a:lnTo>
                  <a:lnTo>
                    <a:pt x="1" y="2627"/>
                  </a:lnTo>
                  <a:lnTo>
                    <a:pt x="1415" y="3852"/>
                  </a:lnTo>
                  <a:lnTo>
                    <a:pt x="1730" y="1920"/>
                  </a:lnTo>
                  <a:lnTo>
                    <a:pt x="1415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22"/>
            <p:cNvSpPr/>
            <p:nvPr/>
          </p:nvSpPr>
          <p:spPr>
            <a:xfrm>
              <a:off x="6126725" y="2909725"/>
              <a:ext cx="59375" cy="122825"/>
            </a:xfrm>
            <a:custGeom>
              <a:rect b="b" l="l" r="r" t="t"/>
              <a:pathLst>
                <a:path extrusionOk="0" h="4913" w="2375">
                  <a:moveTo>
                    <a:pt x="1491" y="935"/>
                  </a:moveTo>
                  <a:lnTo>
                    <a:pt x="1731" y="2387"/>
                  </a:lnTo>
                  <a:lnTo>
                    <a:pt x="1516" y="3713"/>
                  </a:lnTo>
                  <a:lnTo>
                    <a:pt x="632" y="2955"/>
                  </a:lnTo>
                  <a:lnTo>
                    <a:pt x="632" y="1351"/>
                  </a:lnTo>
                  <a:lnTo>
                    <a:pt x="1491" y="935"/>
                  </a:lnTo>
                  <a:close/>
                  <a:moveTo>
                    <a:pt x="1983" y="0"/>
                  </a:moveTo>
                  <a:lnTo>
                    <a:pt x="1" y="960"/>
                  </a:lnTo>
                  <a:lnTo>
                    <a:pt x="1" y="3245"/>
                  </a:lnTo>
                  <a:lnTo>
                    <a:pt x="1958" y="4912"/>
                  </a:lnTo>
                  <a:lnTo>
                    <a:pt x="2375" y="2387"/>
                  </a:lnTo>
                  <a:lnTo>
                    <a:pt x="1983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22"/>
            <p:cNvSpPr/>
            <p:nvPr/>
          </p:nvSpPr>
          <p:spPr>
            <a:xfrm>
              <a:off x="5917450" y="3060600"/>
              <a:ext cx="65350" cy="60650"/>
            </a:xfrm>
            <a:custGeom>
              <a:rect b="b" l="l" r="r" t="t"/>
              <a:pathLst>
                <a:path extrusionOk="0" h="2426" w="2614">
                  <a:moveTo>
                    <a:pt x="1099" y="1"/>
                  </a:moveTo>
                  <a:lnTo>
                    <a:pt x="0" y="1175"/>
                  </a:lnTo>
                  <a:lnTo>
                    <a:pt x="568" y="2425"/>
                  </a:lnTo>
                  <a:lnTo>
                    <a:pt x="1440" y="2425"/>
                  </a:lnTo>
                  <a:lnTo>
                    <a:pt x="2614" y="708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22"/>
            <p:cNvSpPr/>
            <p:nvPr/>
          </p:nvSpPr>
          <p:spPr>
            <a:xfrm>
              <a:off x="5908275" y="3050825"/>
              <a:ext cx="86225" cy="78325"/>
            </a:xfrm>
            <a:custGeom>
              <a:rect b="b" l="l" r="r" t="t"/>
              <a:pathLst>
                <a:path extrusionOk="0" h="3133" w="3449">
                  <a:moveTo>
                    <a:pt x="1541" y="771"/>
                  </a:moveTo>
                  <a:lnTo>
                    <a:pt x="2514" y="1225"/>
                  </a:lnTo>
                  <a:lnTo>
                    <a:pt x="1630" y="2501"/>
                  </a:lnTo>
                  <a:lnTo>
                    <a:pt x="1137" y="2501"/>
                  </a:lnTo>
                  <a:lnTo>
                    <a:pt x="746" y="1617"/>
                  </a:lnTo>
                  <a:lnTo>
                    <a:pt x="1541" y="771"/>
                  </a:lnTo>
                  <a:close/>
                  <a:moveTo>
                    <a:pt x="1390" y="1"/>
                  </a:moveTo>
                  <a:lnTo>
                    <a:pt x="1" y="1503"/>
                  </a:lnTo>
                  <a:lnTo>
                    <a:pt x="733" y="3132"/>
                  </a:lnTo>
                  <a:lnTo>
                    <a:pt x="1971" y="3132"/>
                  </a:lnTo>
                  <a:lnTo>
                    <a:pt x="3448" y="960"/>
                  </a:lnTo>
                  <a:lnTo>
                    <a:pt x="1390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22"/>
            <p:cNvSpPr/>
            <p:nvPr/>
          </p:nvSpPr>
          <p:spPr>
            <a:xfrm>
              <a:off x="6168100" y="3083025"/>
              <a:ext cx="108300" cy="173650"/>
            </a:xfrm>
            <a:custGeom>
              <a:rect b="b" l="l" r="r" t="t"/>
              <a:pathLst>
                <a:path extrusionOk="0" h="6946" w="4332">
                  <a:moveTo>
                    <a:pt x="1578" y="0"/>
                  </a:moveTo>
                  <a:lnTo>
                    <a:pt x="707" y="1440"/>
                  </a:lnTo>
                  <a:lnTo>
                    <a:pt x="0" y="3132"/>
                  </a:lnTo>
                  <a:lnTo>
                    <a:pt x="783" y="5897"/>
                  </a:lnTo>
                  <a:lnTo>
                    <a:pt x="2399" y="5405"/>
                  </a:lnTo>
                  <a:lnTo>
                    <a:pt x="3472" y="6945"/>
                  </a:lnTo>
                  <a:lnTo>
                    <a:pt x="4331" y="5241"/>
                  </a:lnTo>
                  <a:lnTo>
                    <a:pt x="3472" y="3789"/>
                  </a:lnTo>
                  <a:lnTo>
                    <a:pt x="1818" y="2564"/>
                  </a:lnTo>
                  <a:lnTo>
                    <a:pt x="2399" y="1352"/>
                  </a:lnTo>
                  <a:lnTo>
                    <a:pt x="157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22"/>
            <p:cNvSpPr/>
            <p:nvPr/>
          </p:nvSpPr>
          <p:spPr>
            <a:xfrm>
              <a:off x="6159575" y="3067875"/>
              <a:ext cx="125650" cy="204275"/>
            </a:xfrm>
            <a:custGeom>
              <a:rect b="b" l="l" r="r" t="t"/>
              <a:pathLst>
                <a:path extrusionOk="0" h="8171" w="5026">
                  <a:moveTo>
                    <a:pt x="1932" y="1213"/>
                  </a:moveTo>
                  <a:lnTo>
                    <a:pt x="2399" y="1970"/>
                  </a:lnTo>
                  <a:lnTo>
                    <a:pt x="1768" y="3271"/>
                  </a:lnTo>
                  <a:lnTo>
                    <a:pt x="3574" y="4609"/>
                  </a:lnTo>
                  <a:lnTo>
                    <a:pt x="4319" y="5872"/>
                  </a:lnTo>
                  <a:lnTo>
                    <a:pt x="3763" y="6933"/>
                  </a:lnTo>
                  <a:lnTo>
                    <a:pt x="2866" y="5645"/>
                  </a:lnTo>
                  <a:lnTo>
                    <a:pt x="1351" y="6099"/>
                  </a:lnTo>
                  <a:lnTo>
                    <a:pt x="682" y="3763"/>
                  </a:lnTo>
                  <a:lnTo>
                    <a:pt x="1326" y="2197"/>
                  </a:lnTo>
                  <a:lnTo>
                    <a:pt x="1932" y="1213"/>
                  </a:lnTo>
                  <a:close/>
                  <a:moveTo>
                    <a:pt x="1907" y="0"/>
                  </a:moveTo>
                  <a:lnTo>
                    <a:pt x="758" y="1920"/>
                  </a:lnTo>
                  <a:lnTo>
                    <a:pt x="0" y="3725"/>
                  </a:lnTo>
                  <a:lnTo>
                    <a:pt x="909" y="6895"/>
                  </a:lnTo>
                  <a:lnTo>
                    <a:pt x="2614" y="6377"/>
                  </a:lnTo>
                  <a:lnTo>
                    <a:pt x="3851" y="8170"/>
                  </a:lnTo>
                  <a:lnTo>
                    <a:pt x="5026" y="5834"/>
                  </a:lnTo>
                  <a:lnTo>
                    <a:pt x="4079" y="4230"/>
                  </a:lnTo>
                  <a:lnTo>
                    <a:pt x="2551" y="3081"/>
                  </a:lnTo>
                  <a:lnTo>
                    <a:pt x="3094" y="1945"/>
                  </a:lnTo>
                  <a:lnTo>
                    <a:pt x="1907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22"/>
            <p:cNvSpPr/>
            <p:nvPr/>
          </p:nvSpPr>
          <p:spPr>
            <a:xfrm>
              <a:off x="6241950" y="3244650"/>
              <a:ext cx="111475" cy="160375"/>
            </a:xfrm>
            <a:custGeom>
              <a:rect b="b" l="l" r="r" t="t"/>
              <a:pathLst>
                <a:path extrusionOk="0" h="6415" w="4459">
                  <a:moveTo>
                    <a:pt x="2248" y="0"/>
                  </a:moveTo>
                  <a:lnTo>
                    <a:pt x="1781" y="1693"/>
                  </a:lnTo>
                  <a:lnTo>
                    <a:pt x="2021" y="3069"/>
                  </a:lnTo>
                  <a:lnTo>
                    <a:pt x="518" y="3965"/>
                  </a:lnTo>
                  <a:lnTo>
                    <a:pt x="1" y="4281"/>
                  </a:lnTo>
                  <a:lnTo>
                    <a:pt x="1377" y="4912"/>
                  </a:lnTo>
                  <a:lnTo>
                    <a:pt x="2842" y="6415"/>
                  </a:lnTo>
                  <a:lnTo>
                    <a:pt x="4458" y="4912"/>
                  </a:lnTo>
                  <a:lnTo>
                    <a:pt x="3271" y="3208"/>
                  </a:lnTo>
                  <a:lnTo>
                    <a:pt x="3650" y="1541"/>
                  </a:lnTo>
                  <a:lnTo>
                    <a:pt x="224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22"/>
            <p:cNvSpPr/>
            <p:nvPr/>
          </p:nvSpPr>
          <p:spPr>
            <a:xfrm>
              <a:off x="6225225" y="3228550"/>
              <a:ext cx="138600" cy="187525"/>
            </a:xfrm>
            <a:custGeom>
              <a:rect b="b" l="l" r="r" t="t"/>
              <a:pathLst>
                <a:path extrusionOk="0" h="7501" w="5544">
                  <a:moveTo>
                    <a:pt x="3082" y="1276"/>
                  </a:moveTo>
                  <a:lnTo>
                    <a:pt x="3978" y="2273"/>
                  </a:lnTo>
                  <a:lnTo>
                    <a:pt x="3612" y="3915"/>
                  </a:lnTo>
                  <a:lnTo>
                    <a:pt x="4723" y="5519"/>
                  </a:lnTo>
                  <a:lnTo>
                    <a:pt x="3523" y="6617"/>
                  </a:lnTo>
                  <a:lnTo>
                    <a:pt x="2286" y="5342"/>
                  </a:lnTo>
                  <a:lnTo>
                    <a:pt x="1339" y="4887"/>
                  </a:lnTo>
                  <a:lnTo>
                    <a:pt x="3044" y="3877"/>
                  </a:lnTo>
                  <a:lnTo>
                    <a:pt x="2791" y="2362"/>
                  </a:lnTo>
                  <a:lnTo>
                    <a:pt x="3082" y="1276"/>
                  </a:lnTo>
                  <a:close/>
                  <a:moveTo>
                    <a:pt x="2766" y="1"/>
                  </a:moveTo>
                  <a:lnTo>
                    <a:pt x="2134" y="2324"/>
                  </a:lnTo>
                  <a:lnTo>
                    <a:pt x="2337" y="3549"/>
                  </a:lnTo>
                  <a:lnTo>
                    <a:pt x="1023" y="4344"/>
                  </a:lnTo>
                  <a:lnTo>
                    <a:pt x="1" y="4976"/>
                  </a:lnTo>
                  <a:lnTo>
                    <a:pt x="1857" y="5822"/>
                  </a:lnTo>
                  <a:lnTo>
                    <a:pt x="3498" y="7501"/>
                  </a:lnTo>
                  <a:lnTo>
                    <a:pt x="5544" y="5607"/>
                  </a:lnTo>
                  <a:lnTo>
                    <a:pt x="4281" y="3776"/>
                  </a:lnTo>
                  <a:lnTo>
                    <a:pt x="4660" y="2084"/>
                  </a:lnTo>
                  <a:lnTo>
                    <a:pt x="2766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22"/>
            <p:cNvSpPr/>
            <p:nvPr/>
          </p:nvSpPr>
          <p:spPr>
            <a:xfrm>
              <a:off x="6323400" y="2434950"/>
              <a:ext cx="220375" cy="347575"/>
            </a:xfrm>
            <a:custGeom>
              <a:rect b="b" l="l" r="r" t="t"/>
              <a:pathLst>
                <a:path extrusionOk="0" h="13903" w="8815">
                  <a:moveTo>
                    <a:pt x="7766" y="0"/>
                  </a:moveTo>
                  <a:lnTo>
                    <a:pt x="6718" y="392"/>
                  </a:lnTo>
                  <a:lnTo>
                    <a:pt x="6301" y="2235"/>
                  </a:lnTo>
                  <a:lnTo>
                    <a:pt x="6150" y="4836"/>
                  </a:lnTo>
                  <a:lnTo>
                    <a:pt x="4433" y="5960"/>
                  </a:lnTo>
                  <a:lnTo>
                    <a:pt x="3877" y="7337"/>
                  </a:lnTo>
                  <a:lnTo>
                    <a:pt x="2248" y="7425"/>
                  </a:lnTo>
                  <a:lnTo>
                    <a:pt x="847" y="9104"/>
                  </a:lnTo>
                  <a:lnTo>
                    <a:pt x="1" y="10367"/>
                  </a:lnTo>
                  <a:lnTo>
                    <a:pt x="1187" y="12640"/>
                  </a:lnTo>
                  <a:lnTo>
                    <a:pt x="1932" y="13903"/>
                  </a:lnTo>
                  <a:lnTo>
                    <a:pt x="2652" y="11478"/>
                  </a:lnTo>
                  <a:lnTo>
                    <a:pt x="2248" y="10304"/>
                  </a:lnTo>
                  <a:lnTo>
                    <a:pt x="4256" y="9799"/>
                  </a:lnTo>
                  <a:lnTo>
                    <a:pt x="6011" y="9799"/>
                  </a:lnTo>
                  <a:lnTo>
                    <a:pt x="8814" y="7576"/>
                  </a:lnTo>
                  <a:lnTo>
                    <a:pt x="8499" y="4660"/>
                  </a:lnTo>
                  <a:lnTo>
                    <a:pt x="8814" y="2639"/>
                  </a:lnTo>
                  <a:lnTo>
                    <a:pt x="7766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22"/>
            <p:cNvSpPr/>
            <p:nvPr/>
          </p:nvSpPr>
          <p:spPr>
            <a:xfrm>
              <a:off x="6314250" y="2424850"/>
              <a:ext cx="238050" cy="377575"/>
            </a:xfrm>
            <a:custGeom>
              <a:rect b="b" l="l" r="r" t="t"/>
              <a:pathLst>
                <a:path extrusionOk="0" h="15103" w="9522">
                  <a:moveTo>
                    <a:pt x="7955" y="808"/>
                  </a:moveTo>
                  <a:lnTo>
                    <a:pt x="8852" y="3069"/>
                  </a:lnTo>
                  <a:lnTo>
                    <a:pt x="8536" y="5051"/>
                  </a:lnTo>
                  <a:lnTo>
                    <a:pt x="8852" y="7842"/>
                  </a:lnTo>
                  <a:lnTo>
                    <a:pt x="6263" y="9887"/>
                  </a:lnTo>
                  <a:lnTo>
                    <a:pt x="4622" y="9887"/>
                  </a:lnTo>
                  <a:lnTo>
                    <a:pt x="2210" y="10493"/>
                  </a:lnTo>
                  <a:lnTo>
                    <a:pt x="2690" y="11895"/>
                  </a:lnTo>
                  <a:lnTo>
                    <a:pt x="2197" y="13536"/>
                  </a:lnTo>
                  <a:lnTo>
                    <a:pt x="1844" y="12905"/>
                  </a:lnTo>
                  <a:lnTo>
                    <a:pt x="733" y="10784"/>
                  </a:lnTo>
                  <a:lnTo>
                    <a:pt x="1478" y="9710"/>
                  </a:lnTo>
                  <a:lnTo>
                    <a:pt x="2778" y="8132"/>
                  </a:lnTo>
                  <a:lnTo>
                    <a:pt x="4470" y="8044"/>
                  </a:lnTo>
                  <a:lnTo>
                    <a:pt x="5064" y="6579"/>
                  </a:lnTo>
                  <a:lnTo>
                    <a:pt x="6819" y="5417"/>
                  </a:lnTo>
                  <a:lnTo>
                    <a:pt x="6983" y="2715"/>
                  </a:lnTo>
                  <a:lnTo>
                    <a:pt x="7349" y="1036"/>
                  </a:lnTo>
                  <a:lnTo>
                    <a:pt x="7955" y="808"/>
                  </a:lnTo>
                  <a:close/>
                  <a:moveTo>
                    <a:pt x="8309" y="0"/>
                  </a:moveTo>
                  <a:lnTo>
                    <a:pt x="6806" y="556"/>
                  </a:lnTo>
                  <a:lnTo>
                    <a:pt x="6364" y="2627"/>
                  </a:lnTo>
                  <a:lnTo>
                    <a:pt x="6200" y="5064"/>
                  </a:lnTo>
                  <a:lnTo>
                    <a:pt x="4546" y="6162"/>
                  </a:lnTo>
                  <a:lnTo>
                    <a:pt x="4028" y="7450"/>
                  </a:lnTo>
                  <a:lnTo>
                    <a:pt x="2463" y="7526"/>
                  </a:lnTo>
                  <a:lnTo>
                    <a:pt x="973" y="9319"/>
                  </a:lnTo>
                  <a:lnTo>
                    <a:pt x="0" y="10758"/>
                  </a:lnTo>
                  <a:lnTo>
                    <a:pt x="1276" y="13208"/>
                  </a:lnTo>
                  <a:lnTo>
                    <a:pt x="2387" y="15102"/>
                  </a:lnTo>
                  <a:lnTo>
                    <a:pt x="3347" y="11870"/>
                  </a:lnTo>
                  <a:lnTo>
                    <a:pt x="3031" y="10923"/>
                  </a:lnTo>
                  <a:lnTo>
                    <a:pt x="4660" y="10506"/>
                  </a:lnTo>
                  <a:lnTo>
                    <a:pt x="6491" y="10506"/>
                  </a:lnTo>
                  <a:lnTo>
                    <a:pt x="9521" y="8119"/>
                  </a:lnTo>
                  <a:lnTo>
                    <a:pt x="9180" y="5076"/>
                  </a:lnTo>
                  <a:lnTo>
                    <a:pt x="9509" y="3005"/>
                  </a:lnTo>
                  <a:lnTo>
                    <a:pt x="8309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22"/>
            <p:cNvSpPr/>
            <p:nvPr/>
          </p:nvSpPr>
          <p:spPr>
            <a:xfrm>
              <a:off x="6470500" y="2285950"/>
              <a:ext cx="89675" cy="141450"/>
            </a:xfrm>
            <a:custGeom>
              <a:rect b="b" l="l" r="r" t="t"/>
              <a:pathLst>
                <a:path extrusionOk="0" h="5658" w="3587">
                  <a:moveTo>
                    <a:pt x="266" y="0"/>
                  </a:moveTo>
                  <a:lnTo>
                    <a:pt x="1" y="897"/>
                  </a:lnTo>
                  <a:lnTo>
                    <a:pt x="380" y="2677"/>
                  </a:lnTo>
                  <a:lnTo>
                    <a:pt x="76" y="3940"/>
                  </a:lnTo>
                  <a:lnTo>
                    <a:pt x="342" y="5657"/>
                  </a:lnTo>
                  <a:lnTo>
                    <a:pt x="2021" y="5657"/>
                  </a:lnTo>
                  <a:lnTo>
                    <a:pt x="1554" y="3801"/>
                  </a:lnTo>
                  <a:lnTo>
                    <a:pt x="1554" y="3801"/>
                  </a:lnTo>
                  <a:lnTo>
                    <a:pt x="2943" y="4420"/>
                  </a:lnTo>
                  <a:lnTo>
                    <a:pt x="3587" y="2677"/>
                  </a:lnTo>
                  <a:lnTo>
                    <a:pt x="3587" y="1566"/>
                  </a:lnTo>
                  <a:lnTo>
                    <a:pt x="1832" y="821"/>
                  </a:lnTo>
                  <a:lnTo>
                    <a:pt x="266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22"/>
            <p:cNvSpPr/>
            <p:nvPr/>
          </p:nvSpPr>
          <p:spPr>
            <a:xfrm>
              <a:off x="6462300" y="2274900"/>
              <a:ext cx="105775" cy="160375"/>
            </a:xfrm>
            <a:custGeom>
              <a:rect b="b" l="l" r="r" t="t"/>
              <a:pathLst>
                <a:path extrusionOk="0" h="6415" w="4231">
                  <a:moveTo>
                    <a:pt x="783" y="897"/>
                  </a:moveTo>
                  <a:lnTo>
                    <a:pt x="2033" y="1541"/>
                  </a:lnTo>
                  <a:lnTo>
                    <a:pt x="3599" y="2210"/>
                  </a:lnTo>
                  <a:lnTo>
                    <a:pt x="3599" y="3069"/>
                  </a:lnTo>
                  <a:lnTo>
                    <a:pt x="3094" y="4432"/>
                  </a:lnTo>
                  <a:lnTo>
                    <a:pt x="1427" y="3700"/>
                  </a:lnTo>
                  <a:lnTo>
                    <a:pt x="1945" y="5784"/>
                  </a:lnTo>
                  <a:lnTo>
                    <a:pt x="935" y="5784"/>
                  </a:lnTo>
                  <a:lnTo>
                    <a:pt x="733" y="4395"/>
                  </a:lnTo>
                  <a:lnTo>
                    <a:pt x="1036" y="3119"/>
                  </a:lnTo>
                  <a:lnTo>
                    <a:pt x="657" y="1352"/>
                  </a:lnTo>
                  <a:lnTo>
                    <a:pt x="783" y="897"/>
                  </a:lnTo>
                  <a:close/>
                  <a:moveTo>
                    <a:pt x="392" y="0"/>
                  </a:moveTo>
                  <a:lnTo>
                    <a:pt x="0" y="1326"/>
                  </a:lnTo>
                  <a:lnTo>
                    <a:pt x="379" y="3119"/>
                  </a:lnTo>
                  <a:lnTo>
                    <a:pt x="89" y="4369"/>
                  </a:lnTo>
                  <a:lnTo>
                    <a:pt x="404" y="6415"/>
                  </a:lnTo>
                  <a:lnTo>
                    <a:pt x="2753" y="6415"/>
                  </a:lnTo>
                  <a:lnTo>
                    <a:pt x="2336" y="4799"/>
                  </a:lnTo>
                  <a:lnTo>
                    <a:pt x="2336" y="4799"/>
                  </a:lnTo>
                  <a:lnTo>
                    <a:pt x="3448" y="5291"/>
                  </a:lnTo>
                  <a:lnTo>
                    <a:pt x="4205" y="3233"/>
                  </a:lnTo>
                  <a:lnTo>
                    <a:pt x="4230" y="1793"/>
                  </a:lnTo>
                  <a:lnTo>
                    <a:pt x="2299" y="985"/>
                  </a:lnTo>
                  <a:lnTo>
                    <a:pt x="392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22"/>
            <p:cNvSpPr/>
            <p:nvPr/>
          </p:nvSpPr>
          <p:spPr>
            <a:xfrm>
              <a:off x="6378950" y="1950375"/>
              <a:ext cx="126300" cy="303725"/>
            </a:xfrm>
            <a:custGeom>
              <a:rect b="b" l="l" r="r" t="t"/>
              <a:pathLst>
                <a:path extrusionOk="0" h="12149" w="5052">
                  <a:moveTo>
                    <a:pt x="708" y="1"/>
                  </a:moveTo>
                  <a:lnTo>
                    <a:pt x="1" y="1365"/>
                  </a:lnTo>
                  <a:lnTo>
                    <a:pt x="1428" y="5456"/>
                  </a:lnTo>
                  <a:lnTo>
                    <a:pt x="2211" y="7021"/>
                  </a:lnTo>
                  <a:lnTo>
                    <a:pt x="2211" y="8676"/>
                  </a:lnTo>
                  <a:lnTo>
                    <a:pt x="3271" y="12148"/>
                  </a:lnTo>
                  <a:lnTo>
                    <a:pt x="5052" y="12148"/>
                  </a:lnTo>
                  <a:lnTo>
                    <a:pt x="4168" y="8878"/>
                  </a:lnTo>
                  <a:lnTo>
                    <a:pt x="5052" y="8398"/>
                  </a:lnTo>
                  <a:lnTo>
                    <a:pt x="3360" y="5317"/>
                  </a:lnTo>
                  <a:lnTo>
                    <a:pt x="2185" y="2198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22"/>
            <p:cNvSpPr/>
            <p:nvPr/>
          </p:nvSpPr>
          <p:spPr>
            <a:xfrm>
              <a:off x="6370425" y="1934925"/>
              <a:ext cx="145575" cy="327050"/>
            </a:xfrm>
            <a:custGeom>
              <a:rect b="b" l="l" r="r" t="t"/>
              <a:pathLst>
                <a:path extrusionOk="0" h="13082" w="5823">
                  <a:moveTo>
                    <a:pt x="1074" y="1238"/>
                  </a:moveTo>
                  <a:lnTo>
                    <a:pt x="2249" y="2968"/>
                  </a:lnTo>
                  <a:lnTo>
                    <a:pt x="3423" y="6086"/>
                  </a:lnTo>
                  <a:lnTo>
                    <a:pt x="4963" y="8890"/>
                  </a:lnTo>
                  <a:lnTo>
                    <a:pt x="4143" y="9344"/>
                  </a:lnTo>
                  <a:lnTo>
                    <a:pt x="4976" y="12450"/>
                  </a:lnTo>
                  <a:lnTo>
                    <a:pt x="3852" y="12450"/>
                  </a:lnTo>
                  <a:lnTo>
                    <a:pt x="2867" y="9243"/>
                  </a:lnTo>
                  <a:lnTo>
                    <a:pt x="2867" y="7564"/>
                  </a:lnTo>
                  <a:lnTo>
                    <a:pt x="2072" y="5960"/>
                  </a:lnTo>
                  <a:lnTo>
                    <a:pt x="683" y="2008"/>
                  </a:lnTo>
                  <a:lnTo>
                    <a:pt x="1074" y="1238"/>
                  </a:lnTo>
                  <a:close/>
                  <a:moveTo>
                    <a:pt x="998" y="0"/>
                  </a:moveTo>
                  <a:lnTo>
                    <a:pt x="1" y="1957"/>
                  </a:lnTo>
                  <a:lnTo>
                    <a:pt x="1491" y="6213"/>
                  </a:lnTo>
                  <a:lnTo>
                    <a:pt x="2236" y="7715"/>
                  </a:lnTo>
                  <a:lnTo>
                    <a:pt x="2236" y="9294"/>
                  </a:lnTo>
                  <a:lnTo>
                    <a:pt x="3385" y="13082"/>
                  </a:lnTo>
                  <a:lnTo>
                    <a:pt x="5797" y="13082"/>
                  </a:lnTo>
                  <a:lnTo>
                    <a:pt x="4875" y="9660"/>
                  </a:lnTo>
                  <a:lnTo>
                    <a:pt x="5822" y="9142"/>
                  </a:lnTo>
                  <a:lnTo>
                    <a:pt x="3991" y="5834"/>
                  </a:lnTo>
                  <a:lnTo>
                    <a:pt x="2829" y="2715"/>
                  </a:lnTo>
                  <a:lnTo>
                    <a:pt x="99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22"/>
            <p:cNvSpPr/>
            <p:nvPr/>
          </p:nvSpPr>
          <p:spPr>
            <a:xfrm>
              <a:off x="5626075" y="893825"/>
              <a:ext cx="145875" cy="113350"/>
            </a:xfrm>
            <a:custGeom>
              <a:rect b="b" l="l" r="r" t="t"/>
              <a:pathLst>
                <a:path extrusionOk="0" h="4534" w="5835">
                  <a:moveTo>
                    <a:pt x="4142" y="0"/>
                  </a:moveTo>
                  <a:lnTo>
                    <a:pt x="2362" y="796"/>
                  </a:lnTo>
                  <a:lnTo>
                    <a:pt x="480" y="796"/>
                  </a:lnTo>
                  <a:lnTo>
                    <a:pt x="0" y="2425"/>
                  </a:lnTo>
                  <a:lnTo>
                    <a:pt x="2362" y="4533"/>
                  </a:lnTo>
                  <a:lnTo>
                    <a:pt x="4458" y="3334"/>
                  </a:lnTo>
                  <a:lnTo>
                    <a:pt x="5834" y="2273"/>
                  </a:lnTo>
                  <a:lnTo>
                    <a:pt x="5834" y="480"/>
                  </a:lnTo>
                  <a:lnTo>
                    <a:pt x="4142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22"/>
            <p:cNvSpPr/>
            <p:nvPr/>
          </p:nvSpPr>
          <p:spPr>
            <a:xfrm>
              <a:off x="5617225" y="885625"/>
              <a:ext cx="162600" cy="131025"/>
            </a:xfrm>
            <a:custGeom>
              <a:rect b="b" l="l" r="r" t="t"/>
              <a:pathLst>
                <a:path extrusionOk="0" h="5241" w="6504">
                  <a:moveTo>
                    <a:pt x="4521" y="657"/>
                  </a:moveTo>
                  <a:lnTo>
                    <a:pt x="5872" y="1048"/>
                  </a:lnTo>
                  <a:lnTo>
                    <a:pt x="5872" y="2437"/>
                  </a:lnTo>
                  <a:lnTo>
                    <a:pt x="4660" y="3371"/>
                  </a:lnTo>
                  <a:lnTo>
                    <a:pt x="2766" y="4470"/>
                  </a:lnTo>
                  <a:lnTo>
                    <a:pt x="708" y="2652"/>
                  </a:lnTo>
                  <a:lnTo>
                    <a:pt x="1074" y="1452"/>
                  </a:lnTo>
                  <a:lnTo>
                    <a:pt x="2728" y="1452"/>
                  </a:lnTo>
                  <a:lnTo>
                    <a:pt x="4521" y="657"/>
                  </a:lnTo>
                  <a:close/>
                  <a:moveTo>
                    <a:pt x="4471" y="0"/>
                  </a:moveTo>
                  <a:lnTo>
                    <a:pt x="2653" y="821"/>
                  </a:lnTo>
                  <a:lnTo>
                    <a:pt x="607" y="821"/>
                  </a:lnTo>
                  <a:lnTo>
                    <a:pt x="1" y="2854"/>
                  </a:lnTo>
                  <a:lnTo>
                    <a:pt x="2678" y="5240"/>
                  </a:lnTo>
                  <a:lnTo>
                    <a:pt x="5001" y="3902"/>
                  </a:lnTo>
                  <a:lnTo>
                    <a:pt x="6504" y="2753"/>
                  </a:lnTo>
                  <a:lnTo>
                    <a:pt x="6504" y="581"/>
                  </a:lnTo>
                  <a:lnTo>
                    <a:pt x="4471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22"/>
            <p:cNvSpPr/>
            <p:nvPr/>
          </p:nvSpPr>
          <p:spPr>
            <a:xfrm>
              <a:off x="5828725" y="897925"/>
              <a:ext cx="80850" cy="36650"/>
            </a:xfrm>
            <a:custGeom>
              <a:rect b="b" l="l" r="r" t="t"/>
              <a:pathLst>
                <a:path extrusionOk="0" h="1466" w="3234">
                  <a:moveTo>
                    <a:pt x="1" y="1"/>
                  </a:moveTo>
                  <a:lnTo>
                    <a:pt x="885" y="1465"/>
                  </a:lnTo>
                  <a:lnTo>
                    <a:pt x="3233" y="733"/>
                  </a:lnTo>
                  <a:lnTo>
                    <a:pt x="2350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22"/>
            <p:cNvSpPr/>
            <p:nvPr/>
          </p:nvSpPr>
          <p:spPr>
            <a:xfrm>
              <a:off x="5814525" y="890350"/>
              <a:ext cx="111475" cy="53700"/>
            </a:xfrm>
            <a:custGeom>
              <a:rect b="b" l="l" r="r" t="t"/>
              <a:pathLst>
                <a:path extrusionOk="0" h="2148" w="4459">
                  <a:moveTo>
                    <a:pt x="2804" y="632"/>
                  </a:moveTo>
                  <a:lnTo>
                    <a:pt x="3157" y="922"/>
                  </a:lnTo>
                  <a:lnTo>
                    <a:pt x="1604" y="1402"/>
                  </a:lnTo>
                  <a:lnTo>
                    <a:pt x="1125" y="632"/>
                  </a:lnTo>
                  <a:close/>
                  <a:moveTo>
                    <a:pt x="1" y="0"/>
                  </a:moveTo>
                  <a:lnTo>
                    <a:pt x="1314" y="2147"/>
                  </a:lnTo>
                  <a:lnTo>
                    <a:pt x="4458" y="1175"/>
                  </a:lnTo>
                  <a:lnTo>
                    <a:pt x="3031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22"/>
            <p:cNvSpPr/>
            <p:nvPr/>
          </p:nvSpPr>
          <p:spPr>
            <a:xfrm>
              <a:off x="5765925" y="1013475"/>
              <a:ext cx="80825" cy="48625"/>
            </a:xfrm>
            <a:custGeom>
              <a:rect b="b" l="l" r="r" t="t"/>
              <a:pathLst>
                <a:path extrusionOk="0" h="1945" w="3233">
                  <a:moveTo>
                    <a:pt x="0" y="0"/>
                  </a:moveTo>
                  <a:lnTo>
                    <a:pt x="871" y="1945"/>
                  </a:lnTo>
                  <a:lnTo>
                    <a:pt x="3233" y="972"/>
                  </a:lnTo>
                  <a:lnTo>
                    <a:pt x="1616" y="1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22"/>
            <p:cNvSpPr/>
            <p:nvPr/>
          </p:nvSpPr>
          <p:spPr>
            <a:xfrm>
              <a:off x="5752975" y="1004300"/>
              <a:ext cx="113025" cy="68225"/>
            </a:xfrm>
            <a:custGeom>
              <a:rect b="b" l="l" r="r" t="t"/>
              <a:pathLst>
                <a:path extrusionOk="0" h="2729" w="4521">
                  <a:moveTo>
                    <a:pt x="1023" y="733"/>
                  </a:moveTo>
                  <a:lnTo>
                    <a:pt x="2046" y="847"/>
                  </a:lnTo>
                  <a:lnTo>
                    <a:pt x="2993" y="1314"/>
                  </a:lnTo>
                  <a:lnTo>
                    <a:pt x="1554" y="1908"/>
                  </a:lnTo>
                  <a:lnTo>
                    <a:pt x="1023" y="733"/>
                  </a:lnTo>
                  <a:close/>
                  <a:moveTo>
                    <a:pt x="0" y="1"/>
                  </a:moveTo>
                  <a:lnTo>
                    <a:pt x="1225" y="2728"/>
                  </a:lnTo>
                  <a:lnTo>
                    <a:pt x="4521" y="1365"/>
                  </a:lnTo>
                  <a:lnTo>
                    <a:pt x="2273" y="253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22"/>
            <p:cNvSpPr/>
            <p:nvPr/>
          </p:nvSpPr>
          <p:spPr>
            <a:xfrm>
              <a:off x="4952100" y="890350"/>
              <a:ext cx="78950" cy="112725"/>
            </a:xfrm>
            <a:custGeom>
              <a:rect b="b" l="l" r="r" t="t"/>
              <a:pathLst>
                <a:path extrusionOk="0" h="4509" w="3158">
                  <a:moveTo>
                    <a:pt x="1" y="0"/>
                  </a:moveTo>
                  <a:lnTo>
                    <a:pt x="1" y="1882"/>
                  </a:lnTo>
                  <a:lnTo>
                    <a:pt x="960" y="4508"/>
                  </a:lnTo>
                  <a:lnTo>
                    <a:pt x="3157" y="2576"/>
                  </a:lnTo>
                  <a:lnTo>
                    <a:pt x="3157" y="125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22"/>
            <p:cNvSpPr/>
            <p:nvPr/>
          </p:nvSpPr>
          <p:spPr>
            <a:xfrm>
              <a:off x="4944200" y="878675"/>
              <a:ext cx="94750" cy="137975"/>
            </a:xfrm>
            <a:custGeom>
              <a:rect b="b" l="l" r="r" t="t"/>
              <a:pathLst>
                <a:path extrusionOk="0" h="5519" w="3790">
                  <a:moveTo>
                    <a:pt x="620" y="922"/>
                  </a:moveTo>
                  <a:lnTo>
                    <a:pt x="3145" y="1932"/>
                  </a:lnTo>
                  <a:lnTo>
                    <a:pt x="3145" y="2892"/>
                  </a:lnTo>
                  <a:lnTo>
                    <a:pt x="1415" y="4432"/>
                  </a:lnTo>
                  <a:lnTo>
                    <a:pt x="632" y="2298"/>
                  </a:lnTo>
                  <a:lnTo>
                    <a:pt x="620" y="922"/>
                  </a:lnTo>
                  <a:close/>
                  <a:moveTo>
                    <a:pt x="1" y="0"/>
                  </a:moveTo>
                  <a:lnTo>
                    <a:pt x="1" y="2349"/>
                  </a:lnTo>
                  <a:lnTo>
                    <a:pt x="1137" y="5518"/>
                  </a:lnTo>
                  <a:lnTo>
                    <a:pt x="3789" y="3182"/>
                  </a:lnTo>
                  <a:lnTo>
                    <a:pt x="3789" y="150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22"/>
            <p:cNvSpPr/>
            <p:nvPr/>
          </p:nvSpPr>
          <p:spPr>
            <a:xfrm>
              <a:off x="4770275" y="799125"/>
              <a:ext cx="164800" cy="161950"/>
            </a:xfrm>
            <a:custGeom>
              <a:rect b="b" l="l" r="r" t="t"/>
              <a:pathLst>
                <a:path extrusionOk="0" h="6478" w="6592">
                  <a:moveTo>
                    <a:pt x="1049" y="0"/>
                  </a:moveTo>
                  <a:lnTo>
                    <a:pt x="0" y="1856"/>
                  </a:lnTo>
                  <a:lnTo>
                    <a:pt x="948" y="4546"/>
                  </a:lnTo>
                  <a:lnTo>
                    <a:pt x="2539" y="6478"/>
                  </a:lnTo>
                  <a:lnTo>
                    <a:pt x="5064" y="6478"/>
                  </a:lnTo>
                  <a:lnTo>
                    <a:pt x="6592" y="6213"/>
                  </a:lnTo>
                  <a:lnTo>
                    <a:pt x="5695" y="3801"/>
                  </a:lnTo>
                  <a:lnTo>
                    <a:pt x="3296" y="2500"/>
                  </a:lnTo>
                  <a:lnTo>
                    <a:pt x="1049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22"/>
            <p:cNvSpPr/>
            <p:nvPr/>
          </p:nvSpPr>
          <p:spPr>
            <a:xfrm>
              <a:off x="4761750" y="785550"/>
              <a:ext cx="184075" cy="183425"/>
            </a:xfrm>
            <a:custGeom>
              <a:rect b="b" l="l" r="r" t="t"/>
              <a:pathLst>
                <a:path extrusionOk="0" h="7337" w="7363">
                  <a:moveTo>
                    <a:pt x="1453" y="1074"/>
                  </a:moveTo>
                  <a:lnTo>
                    <a:pt x="3410" y="3245"/>
                  </a:lnTo>
                  <a:lnTo>
                    <a:pt x="5784" y="4559"/>
                  </a:lnTo>
                  <a:lnTo>
                    <a:pt x="6503" y="6516"/>
                  </a:lnTo>
                  <a:lnTo>
                    <a:pt x="5405" y="6705"/>
                  </a:lnTo>
                  <a:lnTo>
                    <a:pt x="3031" y="6705"/>
                  </a:lnTo>
                  <a:lnTo>
                    <a:pt x="1566" y="4937"/>
                  </a:lnTo>
                  <a:lnTo>
                    <a:pt x="695" y="2425"/>
                  </a:lnTo>
                  <a:lnTo>
                    <a:pt x="1453" y="1074"/>
                  </a:lnTo>
                  <a:close/>
                  <a:moveTo>
                    <a:pt x="1326" y="0"/>
                  </a:moveTo>
                  <a:lnTo>
                    <a:pt x="1" y="2374"/>
                  </a:lnTo>
                  <a:lnTo>
                    <a:pt x="985" y="5203"/>
                  </a:lnTo>
                  <a:lnTo>
                    <a:pt x="2728" y="7337"/>
                  </a:lnTo>
                  <a:lnTo>
                    <a:pt x="5468" y="7337"/>
                  </a:lnTo>
                  <a:lnTo>
                    <a:pt x="7362" y="7008"/>
                  </a:lnTo>
                  <a:lnTo>
                    <a:pt x="6289" y="4129"/>
                  </a:lnTo>
                  <a:lnTo>
                    <a:pt x="3839" y="2791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22"/>
            <p:cNvSpPr/>
            <p:nvPr/>
          </p:nvSpPr>
          <p:spPr>
            <a:xfrm>
              <a:off x="4392100" y="1174150"/>
              <a:ext cx="165750" cy="386075"/>
            </a:xfrm>
            <a:custGeom>
              <a:rect b="b" l="l" r="r" t="t"/>
              <a:pathLst>
                <a:path extrusionOk="0" h="15443" w="6630">
                  <a:moveTo>
                    <a:pt x="6629" y="0"/>
                  </a:moveTo>
                  <a:lnTo>
                    <a:pt x="4521" y="1036"/>
                  </a:lnTo>
                  <a:lnTo>
                    <a:pt x="2261" y="3056"/>
                  </a:lnTo>
                  <a:lnTo>
                    <a:pt x="0" y="6301"/>
                  </a:lnTo>
                  <a:lnTo>
                    <a:pt x="354" y="10594"/>
                  </a:lnTo>
                  <a:lnTo>
                    <a:pt x="51" y="12652"/>
                  </a:lnTo>
                  <a:lnTo>
                    <a:pt x="1288" y="15443"/>
                  </a:lnTo>
                  <a:lnTo>
                    <a:pt x="4357" y="15443"/>
                  </a:lnTo>
                  <a:lnTo>
                    <a:pt x="2425" y="11731"/>
                  </a:lnTo>
                  <a:lnTo>
                    <a:pt x="2955" y="7033"/>
                  </a:lnTo>
                  <a:lnTo>
                    <a:pt x="4634" y="4154"/>
                  </a:lnTo>
                  <a:lnTo>
                    <a:pt x="6629" y="1844"/>
                  </a:lnTo>
                  <a:lnTo>
                    <a:pt x="6629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22"/>
            <p:cNvSpPr/>
            <p:nvPr/>
          </p:nvSpPr>
          <p:spPr>
            <a:xfrm>
              <a:off x="4383875" y="1161200"/>
              <a:ext cx="181875" cy="406925"/>
            </a:xfrm>
            <a:custGeom>
              <a:rect b="b" l="l" r="r" t="t"/>
              <a:pathLst>
                <a:path extrusionOk="0" h="16277" w="7275">
                  <a:moveTo>
                    <a:pt x="6643" y="1023"/>
                  </a:moveTo>
                  <a:lnTo>
                    <a:pt x="6643" y="2248"/>
                  </a:lnTo>
                  <a:lnTo>
                    <a:pt x="4686" y="4508"/>
                  </a:lnTo>
                  <a:lnTo>
                    <a:pt x="3006" y="7387"/>
                  </a:lnTo>
                  <a:lnTo>
                    <a:pt x="2425" y="12299"/>
                  </a:lnTo>
                  <a:lnTo>
                    <a:pt x="4168" y="15645"/>
                  </a:lnTo>
                  <a:lnTo>
                    <a:pt x="1819" y="15645"/>
                  </a:lnTo>
                  <a:lnTo>
                    <a:pt x="708" y="13120"/>
                  </a:lnTo>
                  <a:lnTo>
                    <a:pt x="999" y="11125"/>
                  </a:lnTo>
                  <a:lnTo>
                    <a:pt x="645" y="6895"/>
                  </a:lnTo>
                  <a:lnTo>
                    <a:pt x="2829" y="3789"/>
                  </a:lnTo>
                  <a:lnTo>
                    <a:pt x="5039" y="1806"/>
                  </a:lnTo>
                  <a:lnTo>
                    <a:pt x="6643" y="1023"/>
                  </a:lnTo>
                  <a:close/>
                  <a:moveTo>
                    <a:pt x="7274" y="0"/>
                  </a:moveTo>
                  <a:lnTo>
                    <a:pt x="4723" y="1263"/>
                  </a:lnTo>
                  <a:lnTo>
                    <a:pt x="2387" y="3347"/>
                  </a:lnTo>
                  <a:lnTo>
                    <a:pt x="1" y="6731"/>
                  </a:lnTo>
                  <a:lnTo>
                    <a:pt x="380" y="11112"/>
                  </a:lnTo>
                  <a:lnTo>
                    <a:pt x="64" y="13221"/>
                  </a:lnTo>
                  <a:lnTo>
                    <a:pt x="1415" y="16277"/>
                  </a:lnTo>
                  <a:lnTo>
                    <a:pt x="5203" y="16277"/>
                  </a:lnTo>
                  <a:lnTo>
                    <a:pt x="3069" y="12185"/>
                  </a:lnTo>
                  <a:lnTo>
                    <a:pt x="3587" y="7652"/>
                  </a:lnTo>
                  <a:lnTo>
                    <a:pt x="5203" y="4874"/>
                  </a:lnTo>
                  <a:lnTo>
                    <a:pt x="7274" y="2475"/>
                  </a:lnTo>
                  <a:lnTo>
                    <a:pt x="7274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22"/>
            <p:cNvSpPr/>
            <p:nvPr/>
          </p:nvSpPr>
          <p:spPr>
            <a:xfrm>
              <a:off x="3327950" y="2153675"/>
              <a:ext cx="78950" cy="116200"/>
            </a:xfrm>
            <a:custGeom>
              <a:rect b="b" l="l" r="r" t="t"/>
              <a:pathLst>
                <a:path extrusionOk="0" h="4648" w="3158">
                  <a:moveTo>
                    <a:pt x="1288" y="1"/>
                  </a:moveTo>
                  <a:lnTo>
                    <a:pt x="1" y="1655"/>
                  </a:lnTo>
                  <a:lnTo>
                    <a:pt x="1" y="3069"/>
                  </a:lnTo>
                  <a:lnTo>
                    <a:pt x="1" y="3700"/>
                  </a:lnTo>
                  <a:lnTo>
                    <a:pt x="884" y="4647"/>
                  </a:lnTo>
                  <a:lnTo>
                    <a:pt x="2677" y="3915"/>
                  </a:lnTo>
                  <a:lnTo>
                    <a:pt x="3157" y="1731"/>
                  </a:lnTo>
                  <a:lnTo>
                    <a:pt x="3157" y="544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22"/>
            <p:cNvSpPr/>
            <p:nvPr/>
          </p:nvSpPr>
          <p:spPr>
            <a:xfrm>
              <a:off x="3320050" y="2144525"/>
              <a:ext cx="94725" cy="134825"/>
            </a:xfrm>
            <a:custGeom>
              <a:rect b="b" l="l" r="r" t="t"/>
              <a:pathLst>
                <a:path extrusionOk="0" h="5393" w="3789">
                  <a:moveTo>
                    <a:pt x="1718" y="720"/>
                  </a:moveTo>
                  <a:lnTo>
                    <a:pt x="3158" y="1150"/>
                  </a:lnTo>
                  <a:lnTo>
                    <a:pt x="3158" y="2059"/>
                  </a:lnTo>
                  <a:lnTo>
                    <a:pt x="2728" y="4054"/>
                  </a:lnTo>
                  <a:lnTo>
                    <a:pt x="1289" y="4647"/>
                  </a:lnTo>
                  <a:lnTo>
                    <a:pt x="632" y="3953"/>
                  </a:lnTo>
                  <a:lnTo>
                    <a:pt x="632" y="2122"/>
                  </a:lnTo>
                  <a:lnTo>
                    <a:pt x="1718" y="720"/>
                  </a:lnTo>
                  <a:close/>
                  <a:moveTo>
                    <a:pt x="1491" y="0"/>
                  </a:moveTo>
                  <a:lnTo>
                    <a:pt x="1" y="1907"/>
                  </a:lnTo>
                  <a:lnTo>
                    <a:pt x="1" y="4193"/>
                  </a:lnTo>
                  <a:lnTo>
                    <a:pt x="1125" y="5392"/>
                  </a:lnTo>
                  <a:lnTo>
                    <a:pt x="3271" y="4508"/>
                  </a:lnTo>
                  <a:lnTo>
                    <a:pt x="3789" y="2160"/>
                  </a:lnTo>
                  <a:lnTo>
                    <a:pt x="3789" y="682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22"/>
            <p:cNvSpPr/>
            <p:nvPr/>
          </p:nvSpPr>
          <p:spPr>
            <a:xfrm>
              <a:off x="3404025" y="2057075"/>
              <a:ext cx="144925" cy="252250"/>
            </a:xfrm>
            <a:custGeom>
              <a:rect b="b" l="l" r="r" t="t"/>
              <a:pathLst>
                <a:path extrusionOk="0" h="10090" w="5797">
                  <a:moveTo>
                    <a:pt x="2602" y="1"/>
                  </a:moveTo>
                  <a:lnTo>
                    <a:pt x="834" y="443"/>
                  </a:lnTo>
                  <a:lnTo>
                    <a:pt x="1" y="1680"/>
                  </a:lnTo>
                  <a:lnTo>
                    <a:pt x="2097" y="4408"/>
                  </a:lnTo>
                  <a:lnTo>
                    <a:pt x="2311" y="6201"/>
                  </a:lnTo>
                  <a:lnTo>
                    <a:pt x="746" y="7703"/>
                  </a:lnTo>
                  <a:lnTo>
                    <a:pt x="746" y="10090"/>
                  </a:lnTo>
                  <a:lnTo>
                    <a:pt x="5796" y="9155"/>
                  </a:lnTo>
                  <a:lnTo>
                    <a:pt x="5796" y="7564"/>
                  </a:lnTo>
                  <a:lnTo>
                    <a:pt x="4837" y="5266"/>
                  </a:lnTo>
                  <a:lnTo>
                    <a:pt x="2728" y="2753"/>
                  </a:lnTo>
                  <a:lnTo>
                    <a:pt x="3700" y="1213"/>
                  </a:lnTo>
                  <a:lnTo>
                    <a:pt x="2602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22"/>
            <p:cNvSpPr/>
            <p:nvPr/>
          </p:nvSpPr>
          <p:spPr>
            <a:xfrm>
              <a:off x="3394250" y="2048250"/>
              <a:ext cx="162600" cy="270550"/>
            </a:xfrm>
            <a:custGeom>
              <a:rect b="b" l="l" r="r" t="t"/>
              <a:pathLst>
                <a:path extrusionOk="0" h="10822" w="6504">
                  <a:moveTo>
                    <a:pt x="2879" y="707"/>
                  </a:moveTo>
                  <a:lnTo>
                    <a:pt x="3687" y="1604"/>
                  </a:lnTo>
                  <a:lnTo>
                    <a:pt x="2728" y="3132"/>
                  </a:lnTo>
                  <a:lnTo>
                    <a:pt x="4950" y="5783"/>
                  </a:lnTo>
                  <a:lnTo>
                    <a:pt x="5872" y="7980"/>
                  </a:lnTo>
                  <a:lnTo>
                    <a:pt x="5872" y="9243"/>
                  </a:lnTo>
                  <a:lnTo>
                    <a:pt x="1452" y="10064"/>
                  </a:lnTo>
                  <a:lnTo>
                    <a:pt x="1452" y="8195"/>
                  </a:lnTo>
                  <a:lnTo>
                    <a:pt x="3031" y="6667"/>
                  </a:lnTo>
                  <a:lnTo>
                    <a:pt x="2791" y="4634"/>
                  </a:lnTo>
                  <a:lnTo>
                    <a:pt x="783" y="2008"/>
                  </a:lnTo>
                  <a:lnTo>
                    <a:pt x="1414" y="1061"/>
                  </a:lnTo>
                  <a:lnTo>
                    <a:pt x="2879" y="707"/>
                  </a:lnTo>
                  <a:close/>
                  <a:moveTo>
                    <a:pt x="3094" y="0"/>
                  </a:moveTo>
                  <a:lnTo>
                    <a:pt x="1023" y="505"/>
                  </a:lnTo>
                  <a:lnTo>
                    <a:pt x="0" y="2046"/>
                  </a:lnTo>
                  <a:lnTo>
                    <a:pt x="2172" y="4887"/>
                  </a:lnTo>
                  <a:lnTo>
                    <a:pt x="2361" y="6440"/>
                  </a:lnTo>
                  <a:lnTo>
                    <a:pt x="821" y="7917"/>
                  </a:lnTo>
                  <a:lnTo>
                    <a:pt x="821" y="10822"/>
                  </a:lnTo>
                  <a:lnTo>
                    <a:pt x="6503" y="9774"/>
                  </a:lnTo>
                  <a:lnTo>
                    <a:pt x="6503" y="7917"/>
                  </a:lnTo>
                  <a:lnTo>
                    <a:pt x="5506" y="5493"/>
                  </a:lnTo>
                  <a:lnTo>
                    <a:pt x="3498" y="3094"/>
                  </a:lnTo>
                  <a:lnTo>
                    <a:pt x="4470" y="1541"/>
                  </a:lnTo>
                  <a:lnTo>
                    <a:pt x="3094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22"/>
            <p:cNvSpPr/>
            <p:nvPr/>
          </p:nvSpPr>
          <p:spPr>
            <a:xfrm>
              <a:off x="3658775" y="1084500"/>
              <a:ext cx="236775" cy="215300"/>
            </a:xfrm>
            <a:custGeom>
              <a:rect b="b" l="l" r="r" t="t"/>
              <a:pathLst>
                <a:path extrusionOk="0" h="8612" w="9471">
                  <a:moveTo>
                    <a:pt x="3498" y="0"/>
                  </a:moveTo>
                  <a:lnTo>
                    <a:pt x="1907" y="972"/>
                  </a:lnTo>
                  <a:lnTo>
                    <a:pt x="1907" y="1692"/>
                  </a:lnTo>
                  <a:lnTo>
                    <a:pt x="1" y="2273"/>
                  </a:lnTo>
                  <a:lnTo>
                    <a:pt x="2173" y="5026"/>
                  </a:lnTo>
                  <a:lnTo>
                    <a:pt x="3801" y="6162"/>
                  </a:lnTo>
                  <a:lnTo>
                    <a:pt x="3271" y="6970"/>
                  </a:lnTo>
                  <a:lnTo>
                    <a:pt x="5254" y="8612"/>
                  </a:lnTo>
                  <a:lnTo>
                    <a:pt x="6327" y="4028"/>
                  </a:lnTo>
                  <a:lnTo>
                    <a:pt x="7488" y="5278"/>
                  </a:lnTo>
                  <a:lnTo>
                    <a:pt x="7122" y="7046"/>
                  </a:lnTo>
                  <a:lnTo>
                    <a:pt x="8537" y="7046"/>
                  </a:lnTo>
                  <a:lnTo>
                    <a:pt x="9471" y="5177"/>
                  </a:lnTo>
                  <a:lnTo>
                    <a:pt x="6150" y="2513"/>
                  </a:lnTo>
                  <a:lnTo>
                    <a:pt x="349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22"/>
            <p:cNvSpPr/>
            <p:nvPr/>
          </p:nvSpPr>
          <p:spPr>
            <a:xfrm>
              <a:off x="3645200" y="1074400"/>
              <a:ext cx="260450" cy="239600"/>
            </a:xfrm>
            <a:custGeom>
              <a:rect b="b" l="l" r="r" t="t"/>
              <a:pathLst>
                <a:path extrusionOk="0" h="9584" w="10418">
                  <a:moveTo>
                    <a:pt x="4003" y="796"/>
                  </a:moveTo>
                  <a:lnTo>
                    <a:pt x="6491" y="3157"/>
                  </a:lnTo>
                  <a:lnTo>
                    <a:pt x="9610" y="5670"/>
                  </a:lnTo>
                  <a:lnTo>
                    <a:pt x="8878" y="7134"/>
                  </a:lnTo>
                  <a:lnTo>
                    <a:pt x="8057" y="7134"/>
                  </a:lnTo>
                  <a:lnTo>
                    <a:pt x="8372" y="5581"/>
                  </a:lnTo>
                  <a:lnTo>
                    <a:pt x="6693" y="3788"/>
                  </a:lnTo>
                  <a:lnTo>
                    <a:pt x="5607" y="8460"/>
                  </a:lnTo>
                  <a:lnTo>
                    <a:pt x="4231" y="7324"/>
                  </a:lnTo>
                  <a:lnTo>
                    <a:pt x="4774" y="6478"/>
                  </a:lnTo>
                  <a:lnTo>
                    <a:pt x="2943" y="5202"/>
                  </a:lnTo>
                  <a:lnTo>
                    <a:pt x="1074" y="2841"/>
                  </a:lnTo>
                  <a:lnTo>
                    <a:pt x="2779" y="2323"/>
                  </a:lnTo>
                  <a:lnTo>
                    <a:pt x="2779" y="1553"/>
                  </a:lnTo>
                  <a:lnTo>
                    <a:pt x="4003" y="796"/>
                  </a:lnTo>
                  <a:close/>
                  <a:moveTo>
                    <a:pt x="4092" y="0"/>
                  </a:moveTo>
                  <a:lnTo>
                    <a:pt x="2147" y="1200"/>
                  </a:lnTo>
                  <a:lnTo>
                    <a:pt x="2147" y="1856"/>
                  </a:lnTo>
                  <a:lnTo>
                    <a:pt x="1" y="2513"/>
                  </a:lnTo>
                  <a:lnTo>
                    <a:pt x="2476" y="5632"/>
                  </a:lnTo>
                  <a:lnTo>
                    <a:pt x="3915" y="6654"/>
                  </a:lnTo>
                  <a:lnTo>
                    <a:pt x="3397" y="7437"/>
                  </a:lnTo>
                  <a:lnTo>
                    <a:pt x="5986" y="9584"/>
                  </a:lnTo>
                  <a:lnTo>
                    <a:pt x="7047" y="5076"/>
                  </a:lnTo>
                  <a:lnTo>
                    <a:pt x="7691" y="5771"/>
                  </a:lnTo>
                  <a:lnTo>
                    <a:pt x="7274" y="7778"/>
                  </a:lnTo>
                  <a:lnTo>
                    <a:pt x="9269" y="7778"/>
                  </a:lnTo>
                  <a:lnTo>
                    <a:pt x="10418" y="5505"/>
                  </a:lnTo>
                  <a:lnTo>
                    <a:pt x="6908" y="2690"/>
                  </a:lnTo>
                  <a:lnTo>
                    <a:pt x="4092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22"/>
            <p:cNvSpPr/>
            <p:nvPr/>
          </p:nvSpPr>
          <p:spPr>
            <a:xfrm>
              <a:off x="3780950" y="1045975"/>
              <a:ext cx="134825" cy="91250"/>
            </a:xfrm>
            <a:custGeom>
              <a:rect b="b" l="l" r="r" t="t"/>
              <a:pathLst>
                <a:path extrusionOk="0" h="3650" w="5393">
                  <a:moveTo>
                    <a:pt x="1175" y="1"/>
                  </a:moveTo>
                  <a:lnTo>
                    <a:pt x="0" y="1137"/>
                  </a:lnTo>
                  <a:lnTo>
                    <a:pt x="2235" y="2842"/>
                  </a:lnTo>
                  <a:lnTo>
                    <a:pt x="3612" y="3650"/>
                  </a:lnTo>
                  <a:lnTo>
                    <a:pt x="5392" y="1819"/>
                  </a:lnTo>
                  <a:lnTo>
                    <a:pt x="4584" y="329"/>
                  </a:lnTo>
                  <a:lnTo>
                    <a:pt x="3208" y="1"/>
                  </a:lnTo>
                  <a:lnTo>
                    <a:pt x="2703" y="1137"/>
                  </a:lnTo>
                  <a:lnTo>
                    <a:pt x="1175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22"/>
            <p:cNvSpPr/>
            <p:nvPr/>
          </p:nvSpPr>
          <p:spPr>
            <a:xfrm>
              <a:off x="3768950" y="1035550"/>
              <a:ext cx="156600" cy="111475"/>
            </a:xfrm>
            <a:custGeom>
              <a:rect b="b" l="l" r="r" t="t"/>
              <a:pathLst>
                <a:path extrusionOk="0" h="4459" w="6264">
                  <a:moveTo>
                    <a:pt x="3864" y="784"/>
                  </a:moveTo>
                  <a:lnTo>
                    <a:pt x="4849" y="1011"/>
                  </a:lnTo>
                  <a:lnTo>
                    <a:pt x="5481" y="2185"/>
                  </a:lnTo>
                  <a:lnTo>
                    <a:pt x="4041" y="3663"/>
                  </a:lnTo>
                  <a:lnTo>
                    <a:pt x="2905" y="3006"/>
                  </a:lnTo>
                  <a:lnTo>
                    <a:pt x="960" y="1529"/>
                  </a:lnTo>
                  <a:lnTo>
                    <a:pt x="1680" y="834"/>
                  </a:lnTo>
                  <a:lnTo>
                    <a:pt x="3309" y="2046"/>
                  </a:lnTo>
                  <a:lnTo>
                    <a:pt x="3864" y="784"/>
                  </a:lnTo>
                  <a:close/>
                  <a:moveTo>
                    <a:pt x="1629" y="1"/>
                  </a:moveTo>
                  <a:lnTo>
                    <a:pt x="0" y="1579"/>
                  </a:lnTo>
                  <a:lnTo>
                    <a:pt x="2564" y="3524"/>
                  </a:lnTo>
                  <a:lnTo>
                    <a:pt x="4142" y="4458"/>
                  </a:lnTo>
                  <a:lnTo>
                    <a:pt x="6264" y="2299"/>
                  </a:lnTo>
                  <a:lnTo>
                    <a:pt x="5279" y="468"/>
                  </a:lnTo>
                  <a:lnTo>
                    <a:pt x="3511" y="51"/>
                  </a:lnTo>
                  <a:lnTo>
                    <a:pt x="3056" y="1062"/>
                  </a:lnTo>
                  <a:lnTo>
                    <a:pt x="1629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22"/>
            <p:cNvSpPr/>
            <p:nvPr/>
          </p:nvSpPr>
          <p:spPr>
            <a:xfrm>
              <a:off x="3098775" y="1751200"/>
              <a:ext cx="166375" cy="133550"/>
            </a:xfrm>
            <a:custGeom>
              <a:rect b="b" l="l" r="r" t="t"/>
              <a:pathLst>
                <a:path extrusionOk="0" h="5342" w="6655">
                  <a:moveTo>
                    <a:pt x="5619" y="0"/>
                  </a:moveTo>
                  <a:lnTo>
                    <a:pt x="4205" y="985"/>
                  </a:lnTo>
                  <a:lnTo>
                    <a:pt x="2475" y="1869"/>
                  </a:lnTo>
                  <a:lnTo>
                    <a:pt x="1288" y="404"/>
                  </a:lnTo>
                  <a:lnTo>
                    <a:pt x="0" y="1856"/>
                  </a:lnTo>
                  <a:lnTo>
                    <a:pt x="341" y="2829"/>
                  </a:lnTo>
                  <a:lnTo>
                    <a:pt x="341" y="4028"/>
                  </a:lnTo>
                  <a:lnTo>
                    <a:pt x="2766" y="5341"/>
                  </a:lnTo>
                  <a:lnTo>
                    <a:pt x="4963" y="4369"/>
                  </a:lnTo>
                  <a:lnTo>
                    <a:pt x="6655" y="2854"/>
                  </a:lnTo>
                  <a:lnTo>
                    <a:pt x="6655" y="1515"/>
                  </a:lnTo>
                  <a:lnTo>
                    <a:pt x="5619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22"/>
            <p:cNvSpPr/>
            <p:nvPr/>
          </p:nvSpPr>
          <p:spPr>
            <a:xfrm>
              <a:off x="3089925" y="1740150"/>
              <a:ext cx="182800" cy="153450"/>
            </a:xfrm>
            <a:custGeom>
              <a:rect b="b" l="l" r="r" t="t"/>
              <a:pathLst>
                <a:path extrusionOk="0" h="6138" w="7312">
                  <a:moveTo>
                    <a:pt x="5885" y="884"/>
                  </a:moveTo>
                  <a:lnTo>
                    <a:pt x="6693" y="2046"/>
                  </a:lnTo>
                  <a:lnTo>
                    <a:pt x="6693" y="3157"/>
                  </a:lnTo>
                  <a:lnTo>
                    <a:pt x="5140" y="4546"/>
                  </a:lnTo>
                  <a:lnTo>
                    <a:pt x="3132" y="5443"/>
                  </a:lnTo>
                  <a:lnTo>
                    <a:pt x="1011" y="4281"/>
                  </a:lnTo>
                  <a:lnTo>
                    <a:pt x="1011" y="3271"/>
                  </a:lnTo>
                  <a:lnTo>
                    <a:pt x="708" y="2374"/>
                  </a:lnTo>
                  <a:lnTo>
                    <a:pt x="1630" y="1339"/>
                  </a:lnTo>
                  <a:lnTo>
                    <a:pt x="2741" y="2715"/>
                  </a:lnTo>
                  <a:lnTo>
                    <a:pt x="4698" y="1705"/>
                  </a:lnTo>
                  <a:lnTo>
                    <a:pt x="5885" y="884"/>
                  </a:lnTo>
                  <a:close/>
                  <a:moveTo>
                    <a:pt x="6049" y="0"/>
                  </a:moveTo>
                  <a:lnTo>
                    <a:pt x="4395" y="1162"/>
                  </a:lnTo>
                  <a:lnTo>
                    <a:pt x="2918" y="1920"/>
                  </a:lnTo>
                  <a:lnTo>
                    <a:pt x="1655" y="366"/>
                  </a:lnTo>
                  <a:lnTo>
                    <a:pt x="1" y="2235"/>
                  </a:lnTo>
                  <a:lnTo>
                    <a:pt x="380" y="3334"/>
                  </a:lnTo>
                  <a:lnTo>
                    <a:pt x="380" y="4660"/>
                  </a:lnTo>
                  <a:lnTo>
                    <a:pt x="3094" y="6137"/>
                  </a:lnTo>
                  <a:lnTo>
                    <a:pt x="5443" y="5102"/>
                  </a:lnTo>
                  <a:lnTo>
                    <a:pt x="7312" y="3435"/>
                  </a:lnTo>
                  <a:lnTo>
                    <a:pt x="7312" y="1856"/>
                  </a:lnTo>
                  <a:lnTo>
                    <a:pt x="6049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22"/>
            <p:cNvSpPr/>
            <p:nvPr/>
          </p:nvSpPr>
          <p:spPr>
            <a:xfrm>
              <a:off x="3793250" y="2636350"/>
              <a:ext cx="57175" cy="35700"/>
            </a:xfrm>
            <a:custGeom>
              <a:rect b="b" l="l" r="r" t="t"/>
              <a:pathLst>
                <a:path extrusionOk="0" h="1428" w="2287">
                  <a:moveTo>
                    <a:pt x="1743" y="0"/>
                  </a:moveTo>
                  <a:lnTo>
                    <a:pt x="1" y="480"/>
                  </a:lnTo>
                  <a:lnTo>
                    <a:pt x="2286" y="1427"/>
                  </a:lnTo>
                  <a:lnTo>
                    <a:pt x="2286" y="1427"/>
                  </a:lnTo>
                  <a:lnTo>
                    <a:pt x="1743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22"/>
            <p:cNvSpPr/>
            <p:nvPr/>
          </p:nvSpPr>
          <p:spPr>
            <a:xfrm>
              <a:off x="3768950" y="2626875"/>
              <a:ext cx="95675" cy="59375"/>
            </a:xfrm>
            <a:custGeom>
              <a:rect b="b" l="l" r="r" t="t"/>
              <a:pathLst>
                <a:path extrusionOk="0" h="2375" w="3827">
                  <a:moveTo>
                    <a:pt x="2526" y="758"/>
                  </a:moveTo>
                  <a:lnTo>
                    <a:pt x="2703" y="1238"/>
                  </a:lnTo>
                  <a:lnTo>
                    <a:pt x="1958" y="922"/>
                  </a:lnTo>
                  <a:lnTo>
                    <a:pt x="2526" y="758"/>
                  </a:lnTo>
                  <a:close/>
                  <a:moveTo>
                    <a:pt x="2905" y="0"/>
                  </a:moveTo>
                  <a:lnTo>
                    <a:pt x="0" y="796"/>
                  </a:lnTo>
                  <a:lnTo>
                    <a:pt x="3826" y="2374"/>
                  </a:lnTo>
                  <a:lnTo>
                    <a:pt x="2905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22"/>
            <p:cNvSpPr/>
            <p:nvPr/>
          </p:nvSpPr>
          <p:spPr>
            <a:xfrm>
              <a:off x="3702975" y="2517025"/>
              <a:ext cx="43275" cy="68200"/>
            </a:xfrm>
            <a:custGeom>
              <a:rect b="b" l="l" r="r" t="t"/>
              <a:pathLst>
                <a:path extrusionOk="0" h="2728" w="1731">
                  <a:moveTo>
                    <a:pt x="733" y="0"/>
                  </a:moveTo>
                  <a:cubicBezTo>
                    <a:pt x="493" y="164"/>
                    <a:pt x="0" y="1288"/>
                    <a:pt x="0" y="1288"/>
                  </a:cubicBezTo>
                  <a:lnTo>
                    <a:pt x="695" y="2728"/>
                  </a:lnTo>
                  <a:lnTo>
                    <a:pt x="1730" y="2728"/>
                  </a:lnTo>
                  <a:lnTo>
                    <a:pt x="733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22"/>
            <p:cNvSpPr/>
            <p:nvPr/>
          </p:nvSpPr>
          <p:spPr>
            <a:xfrm>
              <a:off x="3694450" y="2505025"/>
              <a:ext cx="62850" cy="88100"/>
            </a:xfrm>
            <a:custGeom>
              <a:rect b="b" l="l" r="r" t="t"/>
              <a:pathLst>
                <a:path extrusionOk="0" h="3524" w="2514">
                  <a:moveTo>
                    <a:pt x="973" y="1162"/>
                  </a:moveTo>
                  <a:lnTo>
                    <a:pt x="1604" y="2892"/>
                  </a:lnTo>
                  <a:lnTo>
                    <a:pt x="1225" y="2892"/>
                  </a:lnTo>
                  <a:lnTo>
                    <a:pt x="682" y="1756"/>
                  </a:lnTo>
                  <a:cubicBezTo>
                    <a:pt x="771" y="1554"/>
                    <a:pt x="884" y="1352"/>
                    <a:pt x="973" y="1162"/>
                  </a:cubicBezTo>
                  <a:close/>
                  <a:moveTo>
                    <a:pt x="1238" y="0"/>
                  </a:moveTo>
                  <a:lnTo>
                    <a:pt x="897" y="215"/>
                  </a:lnTo>
                  <a:cubicBezTo>
                    <a:pt x="619" y="405"/>
                    <a:pt x="253" y="1187"/>
                    <a:pt x="51" y="1642"/>
                  </a:cubicBezTo>
                  <a:lnTo>
                    <a:pt x="1" y="1768"/>
                  </a:lnTo>
                  <a:lnTo>
                    <a:pt x="834" y="3523"/>
                  </a:lnTo>
                  <a:lnTo>
                    <a:pt x="2513" y="3523"/>
                  </a:lnTo>
                  <a:lnTo>
                    <a:pt x="123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22"/>
            <p:cNvSpPr/>
            <p:nvPr/>
          </p:nvSpPr>
          <p:spPr>
            <a:xfrm>
              <a:off x="3696975" y="2570375"/>
              <a:ext cx="25275" cy="78000"/>
            </a:xfrm>
            <a:custGeom>
              <a:rect b="b" l="l" r="r" t="t"/>
              <a:pathLst>
                <a:path extrusionOk="0" h="3120" w="1011">
                  <a:moveTo>
                    <a:pt x="455" y="0"/>
                  </a:moveTo>
                  <a:lnTo>
                    <a:pt x="1" y="1402"/>
                  </a:lnTo>
                  <a:lnTo>
                    <a:pt x="581" y="3119"/>
                  </a:lnTo>
                  <a:lnTo>
                    <a:pt x="1011" y="3119"/>
                  </a:lnTo>
                  <a:lnTo>
                    <a:pt x="1011" y="278"/>
                  </a:lnTo>
                  <a:lnTo>
                    <a:pt x="455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22"/>
            <p:cNvSpPr/>
            <p:nvPr/>
          </p:nvSpPr>
          <p:spPr>
            <a:xfrm>
              <a:off x="3688775" y="2563750"/>
              <a:ext cx="43275" cy="92500"/>
            </a:xfrm>
            <a:custGeom>
              <a:rect b="b" l="l" r="r" t="t"/>
              <a:pathLst>
                <a:path extrusionOk="0" h="3700" w="1731">
                  <a:moveTo>
                    <a:pt x="1023" y="846"/>
                  </a:moveTo>
                  <a:lnTo>
                    <a:pt x="1074" y="871"/>
                  </a:lnTo>
                  <a:lnTo>
                    <a:pt x="1074" y="2765"/>
                  </a:lnTo>
                  <a:lnTo>
                    <a:pt x="695" y="1755"/>
                  </a:lnTo>
                  <a:lnTo>
                    <a:pt x="1023" y="846"/>
                  </a:lnTo>
                  <a:close/>
                  <a:moveTo>
                    <a:pt x="632" y="0"/>
                  </a:moveTo>
                  <a:lnTo>
                    <a:pt x="0" y="1755"/>
                  </a:lnTo>
                  <a:lnTo>
                    <a:pt x="720" y="3700"/>
                  </a:lnTo>
                  <a:lnTo>
                    <a:pt x="1730" y="3700"/>
                  </a:lnTo>
                  <a:lnTo>
                    <a:pt x="1730" y="493"/>
                  </a:lnTo>
                  <a:lnTo>
                    <a:pt x="632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22"/>
            <p:cNvSpPr/>
            <p:nvPr/>
          </p:nvSpPr>
          <p:spPr>
            <a:xfrm>
              <a:off x="4360850" y="1623350"/>
              <a:ext cx="47375" cy="27475"/>
            </a:xfrm>
            <a:custGeom>
              <a:rect b="b" l="l" r="r" t="t"/>
              <a:pathLst>
                <a:path extrusionOk="0" h="1099" w="1895">
                  <a:moveTo>
                    <a:pt x="0" y="0"/>
                  </a:moveTo>
                  <a:lnTo>
                    <a:pt x="556" y="1099"/>
                  </a:lnTo>
                  <a:lnTo>
                    <a:pt x="1326" y="947"/>
                  </a:lnTo>
                  <a:lnTo>
                    <a:pt x="1894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22"/>
            <p:cNvSpPr/>
            <p:nvPr/>
          </p:nvSpPr>
          <p:spPr>
            <a:xfrm>
              <a:off x="4347900" y="1615450"/>
              <a:ext cx="74200" cy="44550"/>
            </a:xfrm>
            <a:custGeom>
              <a:rect b="b" l="l" r="r" t="t"/>
              <a:pathLst>
                <a:path extrusionOk="0" h="1782" w="2968">
                  <a:moveTo>
                    <a:pt x="1857" y="632"/>
                  </a:moveTo>
                  <a:lnTo>
                    <a:pt x="1642" y="973"/>
                  </a:lnTo>
                  <a:lnTo>
                    <a:pt x="1238" y="1061"/>
                  </a:lnTo>
                  <a:lnTo>
                    <a:pt x="1023" y="632"/>
                  </a:lnTo>
                  <a:close/>
                  <a:moveTo>
                    <a:pt x="0" y="1"/>
                  </a:moveTo>
                  <a:lnTo>
                    <a:pt x="897" y="1781"/>
                  </a:lnTo>
                  <a:lnTo>
                    <a:pt x="2046" y="1541"/>
                  </a:lnTo>
                  <a:lnTo>
                    <a:pt x="2968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22"/>
            <p:cNvSpPr/>
            <p:nvPr/>
          </p:nvSpPr>
          <p:spPr>
            <a:xfrm>
              <a:off x="2445000" y="785850"/>
              <a:ext cx="922425" cy="1196450"/>
            </a:xfrm>
            <a:custGeom>
              <a:rect b="b" l="l" r="r" t="t"/>
              <a:pathLst>
                <a:path extrusionOk="0" h="47858" w="36897">
                  <a:moveTo>
                    <a:pt x="27288" y="1"/>
                  </a:moveTo>
                  <a:lnTo>
                    <a:pt x="21921" y="2324"/>
                  </a:lnTo>
                  <a:lnTo>
                    <a:pt x="20027" y="2375"/>
                  </a:lnTo>
                  <a:lnTo>
                    <a:pt x="19396" y="4067"/>
                  </a:lnTo>
                  <a:lnTo>
                    <a:pt x="20179" y="6378"/>
                  </a:lnTo>
                  <a:lnTo>
                    <a:pt x="18600" y="6378"/>
                  </a:lnTo>
                  <a:lnTo>
                    <a:pt x="18285" y="4016"/>
                  </a:lnTo>
                  <a:lnTo>
                    <a:pt x="17262" y="3625"/>
                  </a:lnTo>
                  <a:lnTo>
                    <a:pt x="16782" y="5203"/>
                  </a:lnTo>
                  <a:lnTo>
                    <a:pt x="15620" y="4850"/>
                  </a:lnTo>
                  <a:lnTo>
                    <a:pt x="15305" y="3006"/>
                  </a:lnTo>
                  <a:lnTo>
                    <a:pt x="13411" y="3322"/>
                  </a:lnTo>
                  <a:lnTo>
                    <a:pt x="11277" y="4105"/>
                  </a:lnTo>
                  <a:lnTo>
                    <a:pt x="9698" y="5683"/>
                  </a:lnTo>
                  <a:lnTo>
                    <a:pt x="7489" y="6163"/>
                  </a:lnTo>
                  <a:lnTo>
                    <a:pt x="6150" y="7893"/>
                  </a:lnTo>
                  <a:lnTo>
                    <a:pt x="6933" y="9080"/>
                  </a:lnTo>
                  <a:lnTo>
                    <a:pt x="5355" y="10418"/>
                  </a:lnTo>
                  <a:lnTo>
                    <a:pt x="2678" y="11529"/>
                  </a:lnTo>
                  <a:lnTo>
                    <a:pt x="784" y="11883"/>
                  </a:lnTo>
                  <a:lnTo>
                    <a:pt x="1251" y="13575"/>
                  </a:lnTo>
                  <a:lnTo>
                    <a:pt x="2678" y="13726"/>
                  </a:lnTo>
                  <a:lnTo>
                    <a:pt x="3069" y="14598"/>
                  </a:lnTo>
                  <a:lnTo>
                    <a:pt x="1" y="14838"/>
                  </a:lnTo>
                  <a:lnTo>
                    <a:pt x="1" y="16176"/>
                  </a:lnTo>
                  <a:lnTo>
                    <a:pt x="1731" y="17363"/>
                  </a:lnTo>
                  <a:cubicBezTo>
                    <a:pt x="1731" y="17363"/>
                    <a:pt x="1944" y="16942"/>
                    <a:pt x="2599" y="16942"/>
                  </a:cubicBezTo>
                  <a:cubicBezTo>
                    <a:pt x="2926" y="16942"/>
                    <a:pt x="3364" y="17047"/>
                    <a:pt x="3940" y="17363"/>
                  </a:cubicBezTo>
                  <a:cubicBezTo>
                    <a:pt x="5683" y="18310"/>
                    <a:pt x="5759" y="18310"/>
                    <a:pt x="5759" y="18310"/>
                  </a:cubicBezTo>
                  <a:lnTo>
                    <a:pt x="7337" y="21378"/>
                  </a:lnTo>
                  <a:lnTo>
                    <a:pt x="6946" y="25331"/>
                  </a:lnTo>
                  <a:lnTo>
                    <a:pt x="6946" y="29434"/>
                  </a:lnTo>
                  <a:lnTo>
                    <a:pt x="8436" y="29902"/>
                  </a:lnTo>
                  <a:lnTo>
                    <a:pt x="7615" y="31164"/>
                  </a:lnTo>
                  <a:lnTo>
                    <a:pt x="5683" y="30849"/>
                  </a:lnTo>
                  <a:lnTo>
                    <a:pt x="5683" y="33223"/>
                  </a:lnTo>
                  <a:lnTo>
                    <a:pt x="7173" y="34321"/>
                  </a:lnTo>
                  <a:lnTo>
                    <a:pt x="6074" y="36695"/>
                  </a:lnTo>
                  <a:lnTo>
                    <a:pt x="6541" y="40546"/>
                  </a:lnTo>
                  <a:lnTo>
                    <a:pt x="7135" y="43463"/>
                  </a:lnTo>
                  <a:lnTo>
                    <a:pt x="7627" y="46153"/>
                  </a:lnTo>
                  <a:lnTo>
                    <a:pt x="9218" y="45913"/>
                  </a:lnTo>
                  <a:lnTo>
                    <a:pt x="10885" y="47857"/>
                  </a:lnTo>
                  <a:lnTo>
                    <a:pt x="12186" y="45647"/>
                  </a:lnTo>
                  <a:lnTo>
                    <a:pt x="13310" y="42175"/>
                  </a:lnTo>
                  <a:lnTo>
                    <a:pt x="14812" y="39776"/>
                  </a:lnTo>
                  <a:lnTo>
                    <a:pt x="16946" y="39195"/>
                  </a:lnTo>
                  <a:lnTo>
                    <a:pt x="20103" y="37857"/>
                  </a:lnTo>
                  <a:lnTo>
                    <a:pt x="21770" y="35798"/>
                  </a:lnTo>
                  <a:lnTo>
                    <a:pt x="24762" y="35407"/>
                  </a:lnTo>
                  <a:lnTo>
                    <a:pt x="28462" y="33071"/>
                  </a:lnTo>
                  <a:lnTo>
                    <a:pt x="26480" y="32869"/>
                  </a:lnTo>
                  <a:lnTo>
                    <a:pt x="25545" y="32869"/>
                  </a:lnTo>
                  <a:lnTo>
                    <a:pt x="26480" y="30659"/>
                  </a:lnTo>
                  <a:lnTo>
                    <a:pt x="28462" y="32478"/>
                  </a:lnTo>
                  <a:lnTo>
                    <a:pt x="29232" y="30735"/>
                  </a:lnTo>
                  <a:lnTo>
                    <a:pt x="28538" y="28487"/>
                  </a:lnTo>
                  <a:lnTo>
                    <a:pt x="28538" y="28487"/>
                  </a:lnTo>
                  <a:cubicBezTo>
                    <a:pt x="28538" y="28487"/>
                    <a:pt x="28571" y="28497"/>
                    <a:pt x="28628" y="28497"/>
                  </a:cubicBezTo>
                  <a:cubicBezTo>
                    <a:pt x="28850" y="28497"/>
                    <a:pt x="29441" y="28361"/>
                    <a:pt x="29952" y="27048"/>
                  </a:cubicBezTo>
                  <a:cubicBezTo>
                    <a:pt x="30176" y="26473"/>
                    <a:pt x="30217" y="26354"/>
                    <a:pt x="30211" y="26354"/>
                  </a:cubicBezTo>
                  <a:lnTo>
                    <a:pt x="30211" y="26354"/>
                  </a:lnTo>
                  <a:cubicBezTo>
                    <a:pt x="30207" y="26354"/>
                    <a:pt x="30180" y="26414"/>
                    <a:pt x="30178" y="26414"/>
                  </a:cubicBezTo>
                  <a:cubicBezTo>
                    <a:pt x="30175" y="26414"/>
                    <a:pt x="30241" y="26250"/>
                    <a:pt x="30596" y="25381"/>
                  </a:cubicBezTo>
                  <a:cubicBezTo>
                    <a:pt x="31467" y="23260"/>
                    <a:pt x="31455" y="23247"/>
                    <a:pt x="31455" y="23247"/>
                  </a:cubicBezTo>
                  <a:cubicBezTo>
                    <a:pt x="31455" y="23247"/>
                    <a:pt x="32086" y="23007"/>
                    <a:pt x="31455" y="21593"/>
                  </a:cubicBezTo>
                  <a:cubicBezTo>
                    <a:pt x="30823" y="20179"/>
                    <a:pt x="29876" y="20722"/>
                    <a:pt x="30823" y="20166"/>
                  </a:cubicBezTo>
                  <a:lnTo>
                    <a:pt x="31770" y="19623"/>
                  </a:lnTo>
                  <a:lnTo>
                    <a:pt x="32642" y="19068"/>
                  </a:lnTo>
                  <a:lnTo>
                    <a:pt x="32250" y="16694"/>
                  </a:lnTo>
                  <a:lnTo>
                    <a:pt x="32642" y="14042"/>
                  </a:lnTo>
                  <a:lnTo>
                    <a:pt x="34611" y="11858"/>
                  </a:lnTo>
                  <a:lnTo>
                    <a:pt x="36354" y="9762"/>
                  </a:lnTo>
                  <a:lnTo>
                    <a:pt x="36897" y="8032"/>
                  </a:lnTo>
                  <a:lnTo>
                    <a:pt x="34851" y="7085"/>
                  </a:lnTo>
                  <a:lnTo>
                    <a:pt x="32566" y="7943"/>
                  </a:lnTo>
                  <a:lnTo>
                    <a:pt x="30280" y="10090"/>
                  </a:lnTo>
                  <a:lnTo>
                    <a:pt x="31770" y="7451"/>
                  </a:lnTo>
                  <a:lnTo>
                    <a:pt x="31859" y="7009"/>
                  </a:lnTo>
                  <a:lnTo>
                    <a:pt x="27439" y="7009"/>
                  </a:lnTo>
                  <a:lnTo>
                    <a:pt x="27351" y="5986"/>
                  </a:lnTo>
                  <a:lnTo>
                    <a:pt x="29232" y="5759"/>
                  </a:lnTo>
                  <a:lnTo>
                    <a:pt x="31859" y="5759"/>
                  </a:lnTo>
                  <a:lnTo>
                    <a:pt x="31543" y="3625"/>
                  </a:lnTo>
                  <a:lnTo>
                    <a:pt x="30672" y="1655"/>
                  </a:lnTo>
                  <a:lnTo>
                    <a:pt x="27288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22"/>
            <p:cNvSpPr/>
            <p:nvPr/>
          </p:nvSpPr>
          <p:spPr>
            <a:xfrm>
              <a:off x="2437100" y="777350"/>
              <a:ext cx="939800" cy="1218525"/>
            </a:xfrm>
            <a:custGeom>
              <a:rect b="b" l="l" r="r" t="t"/>
              <a:pathLst>
                <a:path extrusionOk="0" h="48741" w="37592">
                  <a:moveTo>
                    <a:pt x="26909" y="31530"/>
                  </a:moveTo>
                  <a:lnTo>
                    <a:pt x="28601" y="33070"/>
                  </a:lnTo>
                  <a:lnTo>
                    <a:pt x="26796" y="32893"/>
                  </a:lnTo>
                  <a:lnTo>
                    <a:pt x="26341" y="32893"/>
                  </a:lnTo>
                  <a:lnTo>
                    <a:pt x="26909" y="31530"/>
                  </a:lnTo>
                  <a:close/>
                  <a:moveTo>
                    <a:pt x="27591" y="682"/>
                  </a:moveTo>
                  <a:lnTo>
                    <a:pt x="30748" y="2222"/>
                  </a:lnTo>
                  <a:lnTo>
                    <a:pt x="31543" y="4053"/>
                  </a:lnTo>
                  <a:lnTo>
                    <a:pt x="31809" y="5783"/>
                  </a:lnTo>
                  <a:lnTo>
                    <a:pt x="29498" y="5783"/>
                  </a:lnTo>
                  <a:lnTo>
                    <a:pt x="27339" y="6048"/>
                  </a:lnTo>
                  <a:lnTo>
                    <a:pt x="27465" y="7665"/>
                  </a:lnTo>
                  <a:lnTo>
                    <a:pt x="31796" y="7665"/>
                  </a:lnTo>
                  <a:lnTo>
                    <a:pt x="29321" y="12059"/>
                  </a:lnTo>
                  <a:lnTo>
                    <a:pt x="33046" y="8574"/>
                  </a:lnTo>
                  <a:lnTo>
                    <a:pt x="35155" y="7778"/>
                  </a:lnTo>
                  <a:lnTo>
                    <a:pt x="36834" y="8548"/>
                  </a:lnTo>
                  <a:lnTo>
                    <a:pt x="36380" y="9963"/>
                  </a:lnTo>
                  <a:lnTo>
                    <a:pt x="34700" y="11996"/>
                  </a:lnTo>
                  <a:lnTo>
                    <a:pt x="32667" y="14256"/>
                  </a:lnTo>
                  <a:lnTo>
                    <a:pt x="32250" y="17059"/>
                  </a:lnTo>
                  <a:lnTo>
                    <a:pt x="32617" y="19269"/>
                  </a:lnTo>
                  <a:lnTo>
                    <a:pt x="31935" y="19698"/>
                  </a:lnTo>
                  <a:cubicBezTo>
                    <a:pt x="31922" y="19711"/>
                    <a:pt x="31834" y="19761"/>
                    <a:pt x="30988" y="20254"/>
                  </a:cubicBezTo>
                  <a:cubicBezTo>
                    <a:pt x="30584" y="20494"/>
                    <a:pt x="30432" y="20582"/>
                    <a:pt x="30432" y="20809"/>
                  </a:cubicBezTo>
                  <a:cubicBezTo>
                    <a:pt x="30445" y="20986"/>
                    <a:pt x="30558" y="21125"/>
                    <a:pt x="30710" y="21188"/>
                  </a:cubicBezTo>
                  <a:cubicBezTo>
                    <a:pt x="30887" y="21289"/>
                    <a:pt x="31215" y="21466"/>
                    <a:pt x="31480" y="22072"/>
                  </a:cubicBezTo>
                  <a:cubicBezTo>
                    <a:pt x="31872" y="22943"/>
                    <a:pt x="31733" y="23259"/>
                    <a:pt x="31657" y="23309"/>
                  </a:cubicBezTo>
                  <a:lnTo>
                    <a:pt x="31455" y="23385"/>
                  </a:lnTo>
                  <a:lnTo>
                    <a:pt x="31455" y="23537"/>
                  </a:lnTo>
                  <a:cubicBezTo>
                    <a:pt x="31404" y="23676"/>
                    <a:pt x="31228" y="24118"/>
                    <a:pt x="30609" y="25620"/>
                  </a:cubicBezTo>
                  <a:cubicBezTo>
                    <a:pt x="30432" y="26062"/>
                    <a:pt x="30319" y="26353"/>
                    <a:pt x="30243" y="26555"/>
                  </a:cubicBezTo>
                  <a:lnTo>
                    <a:pt x="30218" y="26618"/>
                  </a:lnTo>
                  <a:cubicBezTo>
                    <a:pt x="30218" y="26618"/>
                    <a:pt x="30218" y="26630"/>
                    <a:pt x="30218" y="26630"/>
                  </a:cubicBezTo>
                  <a:cubicBezTo>
                    <a:pt x="30205" y="26681"/>
                    <a:pt x="30154" y="26832"/>
                    <a:pt x="29978" y="27287"/>
                  </a:cubicBezTo>
                  <a:cubicBezTo>
                    <a:pt x="29498" y="28499"/>
                    <a:pt x="29018" y="28537"/>
                    <a:pt x="28955" y="28537"/>
                  </a:cubicBezTo>
                  <a:lnTo>
                    <a:pt x="28399" y="28373"/>
                  </a:lnTo>
                  <a:lnTo>
                    <a:pt x="28399" y="28373"/>
                  </a:lnTo>
                  <a:lnTo>
                    <a:pt x="29220" y="31062"/>
                  </a:lnTo>
                  <a:lnTo>
                    <a:pt x="28677" y="32287"/>
                  </a:lnTo>
                  <a:lnTo>
                    <a:pt x="26682" y="30469"/>
                  </a:lnTo>
                  <a:lnTo>
                    <a:pt x="25394" y="33525"/>
                  </a:lnTo>
                  <a:lnTo>
                    <a:pt x="26758" y="33525"/>
                  </a:lnTo>
                  <a:lnTo>
                    <a:pt x="27844" y="33626"/>
                  </a:lnTo>
                  <a:lnTo>
                    <a:pt x="24977" y="35431"/>
                  </a:lnTo>
                  <a:lnTo>
                    <a:pt x="21922" y="35835"/>
                  </a:lnTo>
                  <a:lnTo>
                    <a:pt x="20230" y="37931"/>
                  </a:lnTo>
                  <a:lnTo>
                    <a:pt x="17199" y="39232"/>
                  </a:lnTo>
                  <a:lnTo>
                    <a:pt x="14939" y="39838"/>
                  </a:lnTo>
                  <a:lnTo>
                    <a:pt x="13360" y="42351"/>
                  </a:lnTo>
                  <a:lnTo>
                    <a:pt x="12211" y="45861"/>
                  </a:lnTo>
                  <a:lnTo>
                    <a:pt x="11163" y="47654"/>
                  </a:lnTo>
                  <a:lnTo>
                    <a:pt x="9661" y="45874"/>
                  </a:lnTo>
                  <a:lnTo>
                    <a:pt x="8209" y="46101"/>
                  </a:lnTo>
                  <a:lnTo>
                    <a:pt x="7767" y="43715"/>
                  </a:lnTo>
                  <a:lnTo>
                    <a:pt x="7173" y="40823"/>
                  </a:lnTo>
                  <a:lnTo>
                    <a:pt x="6719" y="37048"/>
                  </a:lnTo>
                  <a:lnTo>
                    <a:pt x="7893" y="34535"/>
                  </a:lnTo>
                  <a:lnTo>
                    <a:pt x="6315" y="33373"/>
                  </a:lnTo>
                  <a:lnTo>
                    <a:pt x="6315" y="31542"/>
                  </a:lnTo>
                  <a:lnTo>
                    <a:pt x="8082" y="31833"/>
                  </a:lnTo>
                  <a:lnTo>
                    <a:pt x="9244" y="30040"/>
                  </a:lnTo>
                  <a:lnTo>
                    <a:pt x="7577" y="29509"/>
                  </a:lnTo>
                  <a:lnTo>
                    <a:pt x="7577" y="25671"/>
                  </a:lnTo>
                  <a:lnTo>
                    <a:pt x="7981" y="21643"/>
                  </a:lnTo>
                  <a:lnTo>
                    <a:pt x="6277" y="18309"/>
                  </a:lnTo>
                  <a:lnTo>
                    <a:pt x="6125" y="18309"/>
                  </a:lnTo>
                  <a:cubicBezTo>
                    <a:pt x="6024" y="18271"/>
                    <a:pt x="5645" y="18082"/>
                    <a:pt x="4408" y="17413"/>
                  </a:cubicBezTo>
                  <a:cubicBezTo>
                    <a:pt x="3845" y="17104"/>
                    <a:pt x="3347" y="16952"/>
                    <a:pt x="2915" y="16952"/>
                  </a:cubicBezTo>
                  <a:cubicBezTo>
                    <a:pt x="2746" y="16952"/>
                    <a:pt x="2587" y="16975"/>
                    <a:pt x="2438" y="17021"/>
                  </a:cubicBezTo>
                  <a:cubicBezTo>
                    <a:pt x="2274" y="17072"/>
                    <a:pt x="2122" y="17147"/>
                    <a:pt x="1983" y="17261"/>
                  </a:cubicBezTo>
                  <a:lnTo>
                    <a:pt x="620" y="16339"/>
                  </a:lnTo>
                  <a:lnTo>
                    <a:pt x="620" y="15455"/>
                  </a:lnTo>
                  <a:lnTo>
                    <a:pt x="3852" y="15203"/>
                  </a:lnTo>
                  <a:lnTo>
                    <a:pt x="3208" y="13763"/>
                  </a:lnTo>
                  <a:lnTo>
                    <a:pt x="1819" y="13612"/>
                  </a:lnTo>
                  <a:lnTo>
                    <a:pt x="1504" y="12450"/>
                  </a:lnTo>
                  <a:lnTo>
                    <a:pt x="3057" y="12160"/>
                  </a:lnTo>
                  <a:lnTo>
                    <a:pt x="5797" y="11036"/>
                  </a:lnTo>
                  <a:lnTo>
                    <a:pt x="7678" y="9470"/>
                  </a:lnTo>
                  <a:lnTo>
                    <a:pt x="6857" y="8233"/>
                  </a:lnTo>
                  <a:lnTo>
                    <a:pt x="7994" y="6781"/>
                  </a:lnTo>
                  <a:lnTo>
                    <a:pt x="10178" y="6301"/>
                  </a:lnTo>
                  <a:lnTo>
                    <a:pt x="11769" y="4710"/>
                  </a:lnTo>
                  <a:lnTo>
                    <a:pt x="13777" y="3965"/>
                  </a:lnTo>
                  <a:lnTo>
                    <a:pt x="15355" y="3712"/>
                  </a:lnTo>
                  <a:lnTo>
                    <a:pt x="15646" y="5430"/>
                  </a:lnTo>
                  <a:lnTo>
                    <a:pt x="17325" y="5935"/>
                  </a:lnTo>
                  <a:lnTo>
                    <a:pt x="17792" y="4382"/>
                  </a:lnTo>
                  <a:lnTo>
                    <a:pt x="18323" y="4584"/>
                  </a:lnTo>
                  <a:lnTo>
                    <a:pt x="18651" y="7033"/>
                  </a:lnTo>
                  <a:lnTo>
                    <a:pt x="20949" y="7033"/>
                  </a:lnTo>
                  <a:lnTo>
                    <a:pt x="20053" y="4407"/>
                  </a:lnTo>
                  <a:lnTo>
                    <a:pt x="20570" y="3031"/>
                  </a:lnTo>
                  <a:lnTo>
                    <a:pt x="22250" y="2980"/>
                  </a:lnTo>
                  <a:lnTo>
                    <a:pt x="27591" y="682"/>
                  </a:lnTo>
                  <a:close/>
                  <a:moveTo>
                    <a:pt x="27604" y="0"/>
                  </a:moveTo>
                  <a:lnTo>
                    <a:pt x="22161" y="2361"/>
                  </a:lnTo>
                  <a:lnTo>
                    <a:pt x="20116" y="2424"/>
                  </a:lnTo>
                  <a:lnTo>
                    <a:pt x="19371" y="4407"/>
                  </a:lnTo>
                  <a:lnTo>
                    <a:pt x="20053" y="6415"/>
                  </a:lnTo>
                  <a:lnTo>
                    <a:pt x="19194" y="6415"/>
                  </a:lnTo>
                  <a:lnTo>
                    <a:pt x="18891" y="4142"/>
                  </a:lnTo>
                  <a:lnTo>
                    <a:pt x="17376" y="3548"/>
                  </a:lnTo>
                  <a:lnTo>
                    <a:pt x="16896" y="5152"/>
                  </a:lnTo>
                  <a:lnTo>
                    <a:pt x="16214" y="4937"/>
                  </a:lnTo>
                  <a:lnTo>
                    <a:pt x="15861" y="2993"/>
                  </a:lnTo>
                  <a:lnTo>
                    <a:pt x="13600" y="3359"/>
                  </a:lnTo>
                  <a:lnTo>
                    <a:pt x="11479" y="4154"/>
                  </a:lnTo>
                  <a:lnTo>
                    <a:pt x="9850" y="5733"/>
                  </a:lnTo>
                  <a:lnTo>
                    <a:pt x="7628" y="6200"/>
                  </a:lnTo>
                  <a:lnTo>
                    <a:pt x="6075" y="8208"/>
                  </a:lnTo>
                  <a:lnTo>
                    <a:pt x="6832" y="9344"/>
                  </a:lnTo>
                  <a:lnTo>
                    <a:pt x="5506" y="10480"/>
                  </a:lnTo>
                  <a:lnTo>
                    <a:pt x="2905" y="11541"/>
                  </a:lnTo>
                  <a:lnTo>
                    <a:pt x="708" y="11958"/>
                  </a:lnTo>
                  <a:lnTo>
                    <a:pt x="1339" y="14193"/>
                  </a:lnTo>
                  <a:lnTo>
                    <a:pt x="2792" y="14344"/>
                  </a:lnTo>
                  <a:lnTo>
                    <a:pt x="2918" y="14635"/>
                  </a:lnTo>
                  <a:lnTo>
                    <a:pt x="1" y="14862"/>
                  </a:lnTo>
                  <a:lnTo>
                    <a:pt x="1" y="16655"/>
                  </a:lnTo>
                  <a:lnTo>
                    <a:pt x="2173" y="18132"/>
                  </a:lnTo>
                  <a:lnTo>
                    <a:pt x="2337" y="17817"/>
                  </a:lnTo>
                  <a:cubicBezTo>
                    <a:pt x="2400" y="17716"/>
                    <a:pt x="2514" y="17640"/>
                    <a:pt x="2627" y="17615"/>
                  </a:cubicBezTo>
                  <a:cubicBezTo>
                    <a:pt x="2703" y="17592"/>
                    <a:pt x="2796" y="17576"/>
                    <a:pt x="2911" y="17576"/>
                  </a:cubicBezTo>
                  <a:cubicBezTo>
                    <a:pt x="3180" y="17576"/>
                    <a:pt x="3565" y="17663"/>
                    <a:pt x="4105" y="17956"/>
                  </a:cubicBezTo>
                  <a:cubicBezTo>
                    <a:pt x="5153" y="18536"/>
                    <a:pt x="5620" y="18764"/>
                    <a:pt x="5847" y="18865"/>
                  </a:cubicBezTo>
                  <a:lnTo>
                    <a:pt x="7325" y="21756"/>
                  </a:lnTo>
                  <a:lnTo>
                    <a:pt x="6933" y="25645"/>
                  </a:lnTo>
                  <a:lnTo>
                    <a:pt x="6933" y="29976"/>
                  </a:lnTo>
                  <a:lnTo>
                    <a:pt x="8259" y="30393"/>
                  </a:lnTo>
                  <a:lnTo>
                    <a:pt x="7767" y="31138"/>
                  </a:lnTo>
                  <a:lnTo>
                    <a:pt x="5671" y="30785"/>
                  </a:lnTo>
                  <a:lnTo>
                    <a:pt x="5671" y="33689"/>
                  </a:lnTo>
                  <a:lnTo>
                    <a:pt x="7097" y="34737"/>
                  </a:lnTo>
                  <a:lnTo>
                    <a:pt x="6062" y="36947"/>
                  </a:lnTo>
                  <a:lnTo>
                    <a:pt x="6554" y="40924"/>
                  </a:lnTo>
                  <a:lnTo>
                    <a:pt x="7148" y="43828"/>
                  </a:lnTo>
                  <a:lnTo>
                    <a:pt x="7691" y="46808"/>
                  </a:lnTo>
                  <a:lnTo>
                    <a:pt x="9408" y="46556"/>
                  </a:lnTo>
                  <a:lnTo>
                    <a:pt x="11252" y="48740"/>
                  </a:lnTo>
                  <a:lnTo>
                    <a:pt x="12780" y="46152"/>
                  </a:lnTo>
                  <a:lnTo>
                    <a:pt x="13916" y="42654"/>
                  </a:lnTo>
                  <a:lnTo>
                    <a:pt x="15343" y="40381"/>
                  </a:lnTo>
                  <a:lnTo>
                    <a:pt x="17388" y="39826"/>
                  </a:lnTo>
                  <a:lnTo>
                    <a:pt x="20621" y="38449"/>
                  </a:lnTo>
                  <a:lnTo>
                    <a:pt x="22250" y="36429"/>
                  </a:lnTo>
                  <a:lnTo>
                    <a:pt x="25116" y="36050"/>
                  </a:lnTo>
                  <a:lnTo>
                    <a:pt x="29738" y="33184"/>
                  </a:lnTo>
                  <a:lnTo>
                    <a:pt x="29005" y="33108"/>
                  </a:lnTo>
                  <a:lnTo>
                    <a:pt x="29877" y="31100"/>
                  </a:lnTo>
                  <a:lnTo>
                    <a:pt x="29270" y="29105"/>
                  </a:lnTo>
                  <a:cubicBezTo>
                    <a:pt x="29637" y="28979"/>
                    <a:pt x="30142" y="28600"/>
                    <a:pt x="30558" y="27514"/>
                  </a:cubicBezTo>
                  <a:cubicBezTo>
                    <a:pt x="30659" y="27274"/>
                    <a:pt x="30748" y="27022"/>
                    <a:pt x="30824" y="26782"/>
                  </a:cubicBezTo>
                  <a:lnTo>
                    <a:pt x="31202" y="25847"/>
                  </a:lnTo>
                  <a:cubicBezTo>
                    <a:pt x="31720" y="24585"/>
                    <a:pt x="31935" y="24054"/>
                    <a:pt x="32036" y="23815"/>
                  </a:cubicBezTo>
                  <a:cubicBezTo>
                    <a:pt x="32149" y="23726"/>
                    <a:pt x="32238" y="23600"/>
                    <a:pt x="32288" y="23474"/>
                  </a:cubicBezTo>
                  <a:cubicBezTo>
                    <a:pt x="32452" y="23070"/>
                    <a:pt x="32389" y="22514"/>
                    <a:pt x="32074" y="21807"/>
                  </a:cubicBezTo>
                  <a:cubicBezTo>
                    <a:pt x="31910" y="21403"/>
                    <a:pt x="31644" y="21062"/>
                    <a:pt x="31303" y="20797"/>
                  </a:cubicBezTo>
                  <a:cubicBezTo>
                    <a:pt x="31834" y="20494"/>
                    <a:pt x="32112" y="20329"/>
                    <a:pt x="32250" y="20228"/>
                  </a:cubicBezTo>
                  <a:lnTo>
                    <a:pt x="32263" y="20241"/>
                  </a:lnTo>
                  <a:lnTo>
                    <a:pt x="33311" y="19572"/>
                  </a:lnTo>
                  <a:lnTo>
                    <a:pt x="32894" y="17046"/>
                  </a:lnTo>
                  <a:lnTo>
                    <a:pt x="33261" y="14534"/>
                  </a:lnTo>
                  <a:lnTo>
                    <a:pt x="35167" y="12412"/>
                  </a:lnTo>
                  <a:lnTo>
                    <a:pt x="36897" y="10329"/>
                  </a:lnTo>
                  <a:lnTo>
                    <a:pt x="37592" y="8220"/>
                  </a:lnTo>
                  <a:lnTo>
                    <a:pt x="35167" y="7096"/>
                  </a:lnTo>
                  <a:lnTo>
                    <a:pt x="32756" y="8018"/>
                  </a:lnTo>
                  <a:lnTo>
                    <a:pt x="31872" y="8801"/>
                  </a:lnTo>
                  <a:lnTo>
                    <a:pt x="32364" y="7942"/>
                  </a:lnTo>
                  <a:lnTo>
                    <a:pt x="32541" y="7046"/>
                  </a:lnTo>
                  <a:lnTo>
                    <a:pt x="28046" y="7046"/>
                  </a:lnTo>
                  <a:lnTo>
                    <a:pt x="28008" y="6604"/>
                  </a:lnTo>
                  <a:lnTo>
                    <a:pt x="29536" y="6415"/>
                  </a:lnTo>
                  <a:lnTo>
                    <a:pt x="32541" y="6415"/>
                  </a:lnTo>
                  <a:lnTo>
                    <a:pt x="32162" y="3927"/>
                  </a:lnTo>
                  <a:lnTo>
                    <a:pt x="31228" y="1768"/>
                  </a:lnTo>
                  <a:lnTo>
                    <a:pt x="27604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22"/>
            <p:cNvSpPr/>
            <p:nvPr/>
          </p:nvSpPr>
          <p:spPr>
            <a:xfrm>
              <a:off x="2067150" y="740400"/>
              <a:ext cx="667350" cy="530050"/>
            </a:xfrm>
            <a:custGeom>
              <a:rect b="b" l="l" r="r" t="t"/>
              <a:pathLst>
                <a:path extrusionOk="0" h="21202" w="26694">
                  <a:moveTo>
                    <a:pt x="19218" y="1"/>
                  </a:moveTo>
                  <a:lnTo>
                    <a:pt x="14635" y="556"/>
                  </a:lnTo>
                  <a:lnTo>
                    <a:pt x="11415" y="1895"/>
                  </a:lnTo>
                  <a:lnTo>
                    <a:pt x="10228" y="3157"/>
                  </a:lnTo>
                  <a:lnTo>
                    <a:pt x="12122" y="5165"/>
                  </a:lnTo>
                  <a:lnTo>
                    <a:pt x="14016" y="6100"/>
                  </a:lnTo>
                  <a:lnTo>
                    <a:pt x="11099" y="6163"/>
                  </a:lnTo>
                  <a:lnTo>
                    <a:pt x="9041" y="4660"/>
                  </a:lnTo>
                  <a:lnTo>
                    <a:pt x="8814" y="2766"/>
                  </a:lnTo>
                  <a:lnTo>
                    <a:pt x="7627" y="2286"/>
                  </a:lnTo>
                  <a:lnTo>
                    <a:pt x="5190" y="6706"/>
                  </a:lnTo>
                  <a:lnTo>
                    <a:pt x="4786" y="9711"/>
                  </a:lnTo>
                  <a:lnTo>
                    <a:pt x="5733" y="11756"/>
                  </a:lnTo>
                  <a:lnTo>
                    <a:pt x="7627" y="12236"/>
                  </a:lnTo>
                  <a:lnTo>
                    <a:pt x="8650" y="13688"/>
                  </a:lnTo>
                  <a:lnTo>
                    <a:pt x="6288" y="13082"/>
                  </a:lnTo>
                  <a:lnTo>
                    <a:pt x="5101" y="14509"/>
                  </a:lnTo>
                  <a:lnTo>
                    <a:pt x="2816" y="14509"/>
                  </a:lnTo>
                  <a:lnTo>
                    <a:pt x="1642" y="14004"/>
                  </a:lnTo>
                  <a:lnTo>
                    <a:pt x="417" y="12741"/>
                  </a:lnTo>
                  <a:cubicBezTo>
                    <a:pt x="177" y="12905"/>
                    <a:pt x="0" y="14332"/>
                    <a:pt x="0" y="14332"/>
                  </a:cubicBezTo>
                  <a:lnTo>
                    <a:pt x="1212" y="15822"/>
                  </a:lnTo>
                  <a:lnTo>
                    <a:pt x="631" y="18007"/>
                  </a:lnTo>
                  <a:lnTo>
                    <a:pt x="51" y="19459"/>
                  </a:lnTo>
                  <a:lnTo>
                    <a:pt x="3914" y="20494"/>
                  </a:lnTo>
                  <a:lnTo>
                    <a:pt x="6566" y="21201"/>
                  </a:lnTo>
                  <a:lnTo>
                    <a:pt x="7551" y="20810"/>
                  </a:lnTo>
                  <a:lnTo>
                    <a:pt x="7551" y="19232"/>
                  </a:lnTo>
                  <a:lnTo>
                    <a:pt x="5809" y="18689"/>
                  </a:lnTo>
                  <a:lnTo>
                    <a:pt x="3927" y="18032"/>
                  </a:lnTo>
                  <a:lnTo>
                    <a:pt x="3296" y="16403"/>
                  </a:lnTo>
                  <a:lnTo>
                    <a:pt x="4748" y="16138"/>
                  </a:lnTo>
                  <a:lnTo>
                    <a:pt x="7071" y="17653"/>
                  </a:lnTo>
                  <a:lnTo>
                    <a:pt x="9129" y="17653"/>
                  </a:lnTo>
                  <a:lnTo>
                    <a:pt x="11024" y="18348"/>
                  </a:lnTo>
                  <a:lnTo>
                    <a:pt x="11806" y="15140"/>
                  </a:lnTo>
                  <a:lnTo>
                    <a:pt x="13625" y="13398"/>
                  </a:lnTo>
                  <a:lnTo>
                    <a:pt x="15115" y="12224"/>
                  </a:lnTo>
                  <a:lnTo>
                    <a:pt x="15115" y="10405"/>
                  </a:lnTo>
                  <a:lnTo>
                    <a:pt x="18587" y="9231"/>
                  </a:lnTo>
                  <a:lnTo>
                    <a:pt x="21277" y="7728"/>
                  </a:lnTo>
                  <a:lnTo>
                    <a:pt x="23322" y="5986"/>
                  </a:lnTo>
                  <a:lnTo>
                    <a:pt x="25494" y="5216"/>
                  </a:lnTo>
                  <a:lnTo>
                    <a:pt x="26694" y="3322"/>
                  </a:lnTo>
                  <a:lnTo>
                    <a:pt x="25671" y="1390"/>
                  </a:lnTo>
                  <a:lnTo>
                    <a:pt x="22767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22"/>
            <p:cNvSpPr/>
            <p:nvPr/>
          </p:nvSpPr>
          <p:spPr>
            <a:xfrm>
              <a:off x="2057975" y="732525"/>
              <a:ext cx="685375" cy="546450"/>
            </a:xfrm>
            <a:custGeom>
              <a:rect b="b" l="l" r="r" t="t"/>
              <a:pathLst>
                <a:path extrusionOk="0" h="21858" w="27415">
                  <a:moveTo>
                    <a:pt x="23058" y="631"/>
                  </a:moveTo>
                  <a:lnTo>
                    <a:pt x="25811" y="1919"/>
                  </a:lnTo>
                  <a:lnTo>
                    <a:pt x="26682" y="3599"/>
                  </a:lnTo>
                  <a:lnTo>
                    <a:pt x="25646" y="5240"/>
                  </a:lnTo>
                  <a:lnTo>
                    <a:pt x="23576" y="5998"/>
                  </a:lnTo>
                  <a:lnTo>
                    <a:pt x="21480" y="7753"/>
                  </a:lnTo>
                  <a:lnTo>
                    <a:pt x="18853" y="9230"/>
                  </a:lnTo>
                  <a:lnTo>
                    <a:pt x="15166" y="10493"/>
                  </a:lnTo>
                  <a:lnTo>
                    <a:pt x="15166" y="12387"/>
                  </a:lnTo>
                  <a:lnTo>
                    <a:pt x="13764" y="13486"/>
                  </a:lnTo>
                  <a:lnTo>
                    <a:pt x="11883" y="15291"/>
                  </a:lnTo>
                  <a:lnTo>
                    <a:pt x="11163" y="18246"/>
                  </a:lnTo>
                  <a:lnTo>
                    <a:pt x="9597" y="17678"/>
                  </a:lnTo>
                  <a:lnTo>
                    <a:pt x="7539" y="17665"/>
                  </a:lnTo>
                  <a:lnTo>
                    <a:pt x="5191" y="16125"/>
                  </a:lnTo>
                  <a:lnTo>
                    <a:pt x="3233" y="16478"/>
                  </a:lnTo>
                  <a:lnTo>
                    <a:pt x="4067" y="18600"/>
                  </a:lnTo>
                  <a:lnTo>
                    <a:pt x="6087" y="19307"/>
                  </a:lnTo>
                  <a:lnTo>
                    <a:pt x="7602" y="19786"/>
                  </a:lnTo>
                  <a:lnTo>
                    <a:pt x="7602" y="20910"/>
                  </a:lnTo>
                  <a:lnTo>
                    <a:pt x="6921" y="21188"/>
                  </a:lnTo>
                  <a:lnTo>
                    <a:pt x="847" y="19559"/>
                  </a:lnTo>
                  <a:lnTo>
                    <a:pt x="1301" y="18398"/>
                  </a:lnTo>
                  <a:lnTo>
                    <a:pt x="1920" y="16062"/>
                  </a:lnTo>
                  <a:lnTo>
                    <a:pt x="695" y="14559"/>
                  </a:lnTo>
                  <a:cubicBezTo>
                    <a:pt x="733" y="14243"/>
                    <a:pt x="796" y="13915"/>
                    <a:pt x="872" y="13612"/>
                  </a:cubicBezTo>
                  <a:lnTo>
                    <a:pt x="1769" y="14534"/>
                  </a:lnTo>
                  <a:lnTo>
                    <a:pt x="3057" y="15114"/>
                  </a:lnTo>
                  <a:lnTo>
                    <a:pt x="5620" y="15140"/>
                  </a:lnTo>
                  <a:lnTo>
                    <a:pt x="6769" y="13751"/>
                  </a:lnTo>
                  <a:lnTo>
                    <a:pt x="9762" y="14521"/>
                  </a:lnTo>
                  <a:lnTo>
                    <a:pt x="8183" y="12261"/>
                  </a:lnTo>
                  <a:lnTo>
                    <a:pt x="6327" y="11794"/>
                  </a:lnTo>
                  <a:lnTo>
                    <a:pt x="5481" y="9963"/>
                  </a:lnTo>
                  <a:lnTo>
                    <a:pt x="5860" y="7122"/>
                  </a:lnTo>
                  <a:lnTo>
                    <a:pt x="8133" y="3005"/>
                  </a:lnTo>
                  <a:lnTo>
                    <a:pt x="8890" y="3296"/>
                  </a:lnTo>
                  <a:lnTo>
                    <a:pt x="9130" y="5152"/>
                  </a:lnTo>
                  <a:lnTo>
                    <a:pt x="11365" y="6793"/>
                  </a:lnTo>
                  <a:lnTo>
                    <a:pt x="15684" y="6692"/>
                  </a:lnTo>
                  <a:lnTo>
                    <a:pt x="12678" y="5228"/>
                  </a:lnTo>
                  <a:lnTo>
                    <a:pt x="11024" y="3472"/>
                  </a:lnTo>
                  <a:lnTo>
                    <a:pt x="11971" y="2475"/>
                  </a:lnTo>
                  <a:lnTo>
                    <a:pt x="15090" y="1174"/>
                  </a:lnTo>
                  <a:lnTo>
                    <a:pt x="19585" y="631"/>
                  </a:lnTo>
                  <a:close/>
                  <a:moveTo>
                    <a:pt x="19548" y="0"/>
                  </a:moveTo>
                  <a:lnTo>
                    <a:pt x="14977" y="556"/>
                  </a:lnTo>
                  <a:lnTo>
                    <a:pt x="11656" y="1919"/>
                  </a:lnTo>
                  <a:lnTo>
                    <a:pt x="10166" y="3472"/>
                  </a:lnTo>
                  <a:lnTo>
                    <a:pt x="12262" y="5695"/>
                  </a:lnTo>
                  <a:lnTo>
                    <a:pt x="13083" y="6124"/>
                  </a:lnTo>
                  <a:lnTo>
                    <a:pt x="11567" y="6162"/>
                  </a:lnTo>
                  <a:lnTo>
                    <a:pt x="9724" y="4798"/>
                  </a:lnTo>
                  <a:lnTo>
                    <a:pt x="9471" y="2854"/>
                  </a:lnTo>
                  <a:lnTo>
                    <a:pt x="7868" y="2210"/>
                  </a:lnTo>
                  <a:lnTo>
                    <a:pt x="5279" y="6869"/>
                  </a:lnTo>
                  <a:lnTo>
                    <a:pt x="4837" y="10064"/>
                  </a:lnTo>
                  <a:lnTo>
                    <a:pt x="5885" y="12337"/>
                  </a:lnTo>
                  <a:lnTo>
                    <a:pt x="7804" y="12816"/>
                  </a:lnTo>
                  <a:lnTo>
                    <a:pt x="8272" y="13486"/>
                  </a:lnTo>
                  <a:lnTo>
                    <a:pt x="6542" y="13044"/>
                  </a:lnTo>
                  <a:lnTo>
                    <a:pt x="5330" y="14508"/>
                  </a:lnTo>
                  <a:lnTo>
                    <a:pt x="3259" y="14508"/>
                  </a:lnTo>
                  <a:lnTo>
                    <a:pt x="2185" y="14054"/>
                  </a:lnTo>
                  <a:lnTo>
                    <a:pt x="822" y="12652"/>
                  </a:lnTo>
                  <a:lnTo>
                    <a:pt x="607" y="12791"/>
                  </a:lnTo>
                  <a:cubicBezTo>
                    <a:pt x="519" y="12854"/>
                    <a:pt x="253" y="13031"/>
                    <a:pt x="51" y="14609"/>
                  </a:cubicBezTo>
                  <a:lnTo>
                    <a:pt x="39" y="14748"/>
                  </a:lnTo>
                  <a:lnTo>
                    <a:pt x="1238" y="16213"/>
                  </a:lnTo>
                  <a:lnTo>
                    <a:pt x="708" y="18208"/>
                  </a:lnTo>
                  <a:lnTo>
                    <a:pt x="1" y="19989"/>
                  </a:lnTo>
                  <a:lnTo>
                    <a:pt x="6946" y="21857"/>
                  </a:lnTo>
                  <a:lnTo>
                    <a:pt x="8234" y="21340"/>
                  </a:lnTo>
                  <a:lnTo>
                    <a:pt x="8234" y="19319"/>
                  </a:lnTo>
                  <a:lnTo>
                    <a:pt x="6289" y="18701"/>
                  </a:lnTo>
                  <a:lnTo>
                    <a:pt x="4547" y="18094"/>
                  </a:lnTo>
                  <a:lnTo>
                    <a:pt x="4092" y="16958"/>
                  </a:lnTo>
                  <a:lnTo>
                    <a:pt x="5052" y="16781"/>
                  </a:lnTo>
                  <a:lnTo>
                    <a:pt x="7350" y="18284"/>
                  </a:lnTo>
                  <a:lnTo>
                    <a:pt x="9433" y="18284"/>
                  </a:lnTo>
                  <a:lnTo>
                    <a:pt x="11605" y="19079"/>
                  </a:lnTo>
                  <a:lnTo>
                    <a:pt x="12464" y="15620"/>
                  </a:lnTo>
                  <a:lnTo>
                    <a:pt x="14181" y="13953"/>
                  </a:lnTo>
                  <a:lnTo>
                    <a:pt x="15797" y="12690"/>
                  </a:lnTo>
                  <a:lnTo>
                    <a:pt x="15797" y="10948"/>
                  </a:lnTo>
                  <a:lnTo>
                    <a:pt x="19106" y="9811"/>
                  </a:lnTo>
                  <a:lnTo>
                    <a:pt x="21833" y="8283"/>
                  </a:lnTo>
                  <a:lnTo>
                    <a:pt x="23853" y="6579"/>
                  </a:lnTo>
                  <a:lnTo>
                    <a:pt x="26063" y="5783"/>
                  </a:lnTo>
                  <a:lnTo>
                    <a:pt x="27414" y="3637"/>
                  </a:lnTo>
                  <a:lnTo>
                    <a:pt x="26265" y="1452"/>
                  </a:lnTo>
                  <a:lnTo>
                    <a:pt x="23209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22"/>
            <p:cNvSpPr/>
            <p:nvPr/>
          </p:nvSpPr>
          <p:spPr>
            <a:xfrm>
              <a:off x="2007475" y="1152350"/>
              <a:ext cx="49275" cy="59075"/>
            </a:xfrm>
            <a:custGeom>
              <a:rect b="b" l="l" r="r" t="t"/>
              <a:pathLst>
                <a:path extrusionOk="0" h="2363" w="1971">
                  <a:moveTo>
                    <a:pt x="1339" y="1"/>
                  </a:moveTo>
                  <a:cubicBezTo>
                    <a:pt x="1023" y="241"/>
                    <a:pt x="1" y="1554"/>
                    <a:pt x="1" y="1554"/>
                  </a:cubicBezTo>
                  <a:lnTo>
                    <a:pt x="1339" y="2362"/>
                  </a:lnTo>
                  <a:lnTo>
                    <a:pt x="1970" y="1188"/>
                  </a:lnTo>
                  <a:lnTo>
                    <a:pt x="1339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22"/>
            <p:cNvSpPr/>
            <p:nvPr/>
          </p:nvSpPr>
          <p:spPr>
            <a:xfrm>
              <a:off x="1995800" y="1140375"/>
              <a:ext cx="70100" cy="82100"/>
            </a:xfrm>
            <a:custGeom>
              <a:rect b="b" l="l" r="r" t="t"/>
              <a:pathLst>
                <a:path extrusionOk="0" h="3284" w="2804">
                  <a:moveTo>
                    <a:pt x="1730" y="998"/>
                  </a:moveTo>
                  <a:lnTo>
                    <a:pt x="2084" y="1667"/>
                  </a:lnTo>
                  <a:lnTo>
                    <a:pt x="1692" y="2399"/>
                  </a:lnTo>
                  <a:lnTo>
                    <a:pt x="935" y="1945"/>
                  </a:lnTo>
                  <a:cubicBezTo>
                    <a:pt x="1200" y="1629"/>
                    <a:pt x="1516" y="1250"/>
                    <a:pt x="1730" y="998"/>
                  </a:cubicBezTo>
                  <a:close/>
                  <a:moveTo>
                    <a:pt x="1920" y="0"/>
                  </a:moveTo>
                  <a:lnTo>
                    <a:pt x="1617" y="227"/>
                  </a:lnTo>
                  <a:cubicBezTo>
                    <a:pt x="1288" y="480"/>
                    <a:pt x="392" y="1616"/>
                    <a:pt x="228" y="1844"/>
                  </a:cubicBezTo>
                  <a:lnTo>
                    <a:pt x="0" y="2121"/>
                  </a:lnTo>
                  <a:lnTo>
                    <a:pt x="1932" y="3283"/>
                  </a:lnTo>
                  <a:lnTo>
                    <a:pt x="2804" y="1654"/>
                  </a:lnTo>
                  <a:lnTo>
                    <a:pt x="192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22"/>
            <p:cNvSpPr/>
            <p:nvPr/>
          </p:nvSpPr>
          <p:spPr>
            <a:xfrm>
              <a:off x="2092700" y="954125"/>
              <a:ext cx="54950" cy="101675"/>
            </a:xfrm>
            <a:custGeom>
              <a:rect b="b" l="l" r="r" t="t"/>
              <a:pathLst>
                <a:path extrusionOk="0" h="4067" w="2198">
                  <a:moveTo>
                    <a:pt x="1125" y="0"/>
                  </a:moveTo>
                  <a:lnTo>
                    <a:pt x="1" y="2096"/>
                  </a:lnTo>
                  <a:lnTo>
                    <a:pt x="455" y="4066"/>
                  </a:lnTo>
                  <a:lnTo>
                    <a:pt x="847" y="4066"/>
                  </a:lnTo>
                  <a:lnTo>
                    <a:pt x="847" y="2488"/>
                  </a:lnTo>
                  <a:lnTo>
                    <a:pt x="2198" y="1717"/>
                  </a:lnTo>
                  <a:lnTo>
                    <a:pt x="1125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22"/>
            <p:cNvSpPr/>
            <p:nvPr/>
          </p:nvSpPr>
          <p:spPr>
            <a:xfrm>
              <a:off x="2084500" y="938325"/>
              <a:ext cx="73900" cy="125350"/>
            </a:xfrm>
            <a:custGeom>
              <a:rect b="b" l="l" r="r" t="t"/>
              <a:pathLst>
                <a:path extrusionOk="0" h="5014" w="2956">
                  <a:moveTo>
                    <a:pt x="1478" y="1263"/>
                  </a:moveTo>
                  <a:lnTo>
                    <a:pt x="2084" y="2236"/>
                  </a:lnTo>
                  <a:lnTo>
                    <a:pt x="859" y="2943"/>
                  </a:lnTo>
                  <a:lnTo>
                    <a:pt x="859" y="3637"/>
                  </a:lnTo>
                  <a:lnTo>
                    <a:pt x="670" y="2779"/>
                  </a:lnTo>
                  <a:lnTo>
                    <a:pt x="1478" y="1263"/>
                  </a:lnTo>
                  <a:close/>
                  <a:moveTo>
                    <a:pt x="1440" y="1"/>
                  </a:moveTo>
                  <a:lnTo>
                    <a:pt x="1" y="2690"/>
                  </a:lnTo>
                  <a:lnTo>
                    <a:pt x="531" y="5014"/>
                  </a:lnTo>
                  <a:lnTo>
                    <a:pt x="1491" y="5014"/>
                  </a:lnTo>
                  <a:lnTo>
                    <a:pt x="1491" y="3296"/>
                  </a:lnTo>
                  <a:lnTo>
                    <a:pt x="2955" y="2463"/>
                  </a:lnTo>
                  <a:lnTo>
                    <a:pt x="1440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22"/>
            <p:cNvSpPr/>
            <p:nvPr/>
          </p:nvSpPr>
          <p:spPr>
            <a:xfrm>
              <a:off x="1999575" y="874575"/>
              <a:ext cx="83050" cy="141750"/>
            </a:xfrm>
            <a:custGeom>
              <a:rect b="b" l="l" r="r" t="t"/>
              <a:pathLst>
                <a:path extrusionOk="0" h="5670" w="3322">
                  <a:moveTo>
                    <a:pt x="796" y="0"/>
                  </a:moveTo>
                  <a:lnTo>
                    <a:pt x="796" y="1882"/>
                  </a:lnTo>
                  <a:lnTo>
                    <a:pt x="1" y="2601"/>
                  </a:lnTo>
                  <a:lnTo>
                    <a:pt x="1264" y="4407"/>
                  </a:lnTo>
                  <a:lnTo>
                    <a:pt x="1617" y="5670"/>
                  </a:lnTo>
                  <a:lnTo>
                    <a:pt x="3322" y="2286"/>
                  </a:lnTo>
                  <a:lnTo>
                    <a:pt x="3322" y="631"/>
                  </a:lnTo>
                  <a:lnTo>
                    <a:pt x="796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22"/>
            <p:cNvSpPr/>
            <p:nvPr/>
          </p:nvSpPr>
          <p:spPr>
            <a:xfrm>
              <a:off x="1989175" y="864475"/>
              <a:ext cx="101025" cy="173625"/>
            </a:xfrm>
            <a:custGeom>
              <a:rect b="b" l="l" r="r" t="t"/>
              <a:pathLst>
                <a:path extrusionOk="0" h="6945" w="4041">
                  <a:moveTo>
                    <a:pt x="1528" y="808"/>
                  </a:moveTo>
                  <a:lnTo>
                    <a:pt x="3422" y="1275"/>
                  </a:lnTo>
                  <a:lnTo>
                    <a:pt x="3422" y="2614"/>
                  </a:lnTo>
                  <a:lnTo>
                    <a:pt x="2109" y="5202"/>
                  </a:lnTo>
                  <a:lnTo>
                    <a:pt x="1970" y="4735"/>
                  </a:lnTo>
                  <a:lnTo>
                    <a:pt x="834" y="3043"/>
                  </a:lnTo>
                  <a:lnTo>
                    <a:pt x="1528" y="2437"/>
                  </a:lnTo>
                  <a:lnTo>
                    <a:pt x="1528" y="808"/>
                  </a:lnTo>
                  <a:close/>
                  <a:moveTo>
                    <a:pt x="884" y="0"/>
                  </a:moveTo>
                  <a:lnTo>
                    <a:pt x="884" y="2147"/>
                  </a:lnTo>
                  <a:lnTo>
                    <a:pt x="0" y="2955"/>
                  </a:lnTo>
                  <a:lnTo>
                    <a:pt x="1389" y="4950"/>
                  </a:lnTo>
                  <a:lnTo>
                    <a:pt x="1932" y="6945"/>
                  </a:lnTo>
                  <a:lnTo>
                    <a:pt x="4041" y="2765"/>
                  </a:lnTo>
                  <a:lnTo>
                    <a:pt x="4041" y="783"/>
                  </a:lnTo>
                  <a:lnTo>
                    <a:pt x="884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22"/>
            <p:cNvSpPr/>
            <p:nvPr/>
          </p:nvSpPr>
          <p:spPr>
            <a:xfrm>
              <a:off x="1924775" y="1047875"/>
              <a:ext cx="106400" cy="104500"/>
            </a:xfrm>
            <a:custGeom>
              <a:rect b="b" l="l" r="r" t="t"/>
              <a:pathLst>
                <a:path extrusionOk="0" h="4180" w="4256">
                  <a:moveTo>
                    <a:pt x="0" y="0"/>
                  </a:moveTo>
                  <a:lnTo>
                    <a:pt x="0" y="1894"/>
                  </a:lnTo>
                  <a:lnTo>
                    <a:pt x="1263" y="2690"/>
                  </a:lnTo>
                  <a:lnTo>
                    <a:pt x="947" y="4180"/>
                  </a:lnTo>
                  <a:cubicBezTo>
                    <a:pt x="947" y="4180"/>
                    <a:pt x="2481" y="3571"/>
                    <a:pt x="2595" y="3571"/>
                  </a:cubicBezTo>
                  <a:cubicBezTo>
                    <a:pt x="2599" y="3571"/>
                    <a:pt x="2601" y="3572"/>
                    <a:pt x="2601" y="3574"/>
                  </a:cubicBezTo>
                  <a:cubicBezTo>
                    <a:pt x="2601" y="3574"/>
                    <a:pt x="2602" y="3575"/>
                    <a:pt x="2602" y="3575"/>
                  </a:cubicBezTo>
                  <a:cubicBezTo>
                    <a:pt x="2638" y="3575"/>
                    <a:pt x="4256" y="1389"/>
                    <a:pt x="4256" y="1389"/>
                  </a:cubicBezTo>
                  <a:lnTo>
                    <a:pt x="3296" y="0"/>
                  </a:lnTo>
                  <a:lnTo>
                    <a:pt x="2147" y="7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22"/>
            <p:cNvSpPr/>
            <p:nvPr/>
          </p:nvSpPr>
          <p:spPr>
            <a:xfrm>
              <a:off x="1916875" y="1036500"/>
              <a:ext cx="124100" cy="128500"/>
            </a:xfrm>
            <a:custGeom>
              <a:rect b="b" l="l" r="r" t="t"/>
              <a:pathLst>
                <a:path extrusionOk="0" h="5140" w="4964">
                  <a:moveTo>
                    <a:pt x="3524" y="897"/>
                  </a:moveTo>
                  <a:lnTo>
                    <a:pt x="4180" y="1844"/>
                  </a:lnTo>
                  <a:cubicBezTo>
                    <a:pt x="3675" y="2526"/>
                    <a:pt x="2968" y="3473"/>
                    <a:pt x="2753" y="3738"/>
                  </a:cubicBezTo>
                  <a:cubicBezTo>
                    <a:pt x="2577" y="3789"/>
                    <a:pt x="2261" y="3903"/>
                    <a:pt x="1693" y="4130"/>
                  </a:cubicBezTo>
                  <a:lnTo>
                    <a:pt x="1933" y="2981"/>
                  </a:lnTo>
                  <a:lnTo>
                    <a:pt x="632" y="2173"/>
                  </a:lnTo>
                  <a:lnTo>
                    <a:pt x="632" y="910"/>
                  </a:lnTo>
                  <a:lnTo>
                    <a:pt x="2501" y="1604"/>
                  </a:lnTo>
                  <a:lnTo>
                    <a:pt x="3524" y="897"/>
                  </a:lnTo>
                  <a:close/>
                  <a:moveTo>
                    <a:pt x="1" y="1"/>
                  </a:moveTo>
                  <a:lnTo>
                    <a:pt x="1" y="2526"/>
                  </a:lnTo>
                  <a:lnTo>
                    <a:pt x="1225" y="3284"/>
                  </a:lnTo>
                  <a:lnTo>
                    <a:pt x="834" y="5140"/>
                  </a:lnTo>
                  <a:lnTo>
                    <a:pt x="1377" y="4925"/>
                  </a:lnTo>
                  <a:cubicBezTo>
                    <a:pt x="1996" y="4685"/>
                    <a:pt x="2690" y="4420"/>
                    <a:pt x="2905" y="4344"/>
                  </a:cubicBezTo>
                  <a:cubicBezTo>
                    <a:pt x="2916" y="4347"/>
                    <a:pt x="2927" y="4348"/>
                    <a:pt x="2938" y="4348"/>
                  </a:cubicBezTo>
                  <a:cubicBezTo>
                    <a:pt x="3130" y="4348"/>
                    <a:pt x="3368" y="4002"/>
                    <a:pt x="4824" y="2021"/>
                  </a:cubicBezTo>
                  <a:lnTo>
                    <a:pt x="4963" y="1832"/>
                  </a:lnTo>
                  <a:lnTo>
                    <a:pt x="3688" y="13"/>
                  </a:lnTo>
                  <a:lnTo>
                    <a:pt x="2412" y="88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22"/>
            <p:cNvSpPr/>
            <p:nvPr/>
          </p:nvSpPr>
          <p:spPr>
            <a:xfrm>
              <a:off x="1706650" y="1016300"/>
              <a:ext cx="192575" cy="136400"/>
            </a:xfrm>
            <a:custGeom>
              <a:rect b="b" l="l" r="r" t="t"/>
              <a:pathLst>
                <a:path extrusionOk="0" h="5456" w="7703">
                  <a:moveTo>
                    <a:pt x="2412" y="1"/>
                  </a:moveTo>
                  <a:lnTo>
                    <a:pt x="1616" y="518"/>
                  </a:lnTo>
                  <a:cubicBezTo>
                    <a:pt x="1376" y="594"/>
                    <a:pt x="0" y="2147"/>
                    <a:pt x="0" y="2147"/>
                  </a:cubicBezTo>
                  <a:lnTo>
                    <a:pt x="859" y="4029"/>
                  </a:lnTo>
                  <a:lnTo>
                    <a:pt x="1692" y="5456"/>
                  </a:lnTo>
                  <a:lnTo>
                    <a:pt x="4142" y="4849"/>
                  </a:lnTo>
                  <a:lnTo>
                    <a:pt x="5253" y="4269"/>
                  </a:lnTo>
                  <a:lnTo>
                    <a:pt x="7387" y="4837"/>
                  </a:lnTo>
                  <a:lnTo>
                    <a:pt x="7703" y="2652"/>
                  </a:lnTo>
                  <a:lnTo>
                    <a:pt x="6907" y="480"/>
                  </a:lnTo>
                  <a:lnTo>
                    <a:pt x="5013" y="1819"/>
                  </a:lnTo>
                  <a:lnTo>
                    <a:pt x="4520" y="2968"/>
                  </a:lnTo>
                  <a:lnTo>
                    <a:pt x="3043" y="2652"/>
                  </a:lnTo>
                  <a:lnTo>
                    <a:pt x="3043" y="1263"/>
                  </a:lnTo>
                  <a:lnTo>
                    <a:pt x="2412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22"/>
            <p:cNvSpPr/>
            <p:nvPr/>
          </p:nvSpPr>
          <p:spPr>
            <a:xfrm>
              <a:off x="1697800" y="1004950"/>
              <a:ext cx="209625" cy="156600"/>
            </a:xfrm>
            <a:custGeom>
              <a:rect b="b" l="l" r="r" t="t"/>
              <a:pathLst>
                <a:path extrusionOk="0" h="6264" w="8385">
                  <a:moveTo>
                    <a:pt x="2652" y="909"/>
                  </a:moveTo>
                  <a:lnTo>
                    <a:pt x="3094" y="1793"/>
                  </a:lnTo>
                  <a:lnTo>
                    <a:pt x="3094" y="3359"/>
                  </a:lnTo>
                  <a:lnTo>
                    <a:pt x="5064" y="3788"/>
                  </a:lnTo>
                  <a:lnTo>
                    <a:pt x="5632" y="2475"/>
                  </a:lnTo>
                  <a:lnTo>
                    <a:pt x="7122" y="1427"/>
                  </a:lnTo>
                  <a:lnTo>
                    <a:pt x="7728" y="3132"/>
                  </a:lnTo>
                  <a:lnTo>
                    <a:pt x="7476" y="4887"/>
                  </a:lnTo>
                  <a:lnTo>
                    <a:pt x="5582" y="4382"/>
                  </a:lnTo>
                  <a:lnTo>
                    <a:pt x="4395" y="5000"/>
                  </a:lnTo>
                  <a:lnTo>
                    <a:pt x="2210" y="5531"/>
                  </a:lnTo>
                  <a:lnTo>
                    <a:pt x="1503" y="4356"/>
                  </a:lnTo>
                  <a:lnTo>
                    <a:pt x="733" y="2664"/>
                  </a:lnTo>
                  <a:cubicBezTo>
                    <a:pt x="1288" y="2033"/>
                    <a:pt x="1920" y="1364"/>
                    <a:pt x="2084" y="1263"/>
                  </a:cubicBezTo>
                  <a:lnTo>
                    <a:pt x="2652" y="909"/>
                  </a:lnTo>
                  <a:close/>
                  <a:moveTo>
                    <a:pt x="2917" y="0"/>
                  </a:moveTo>
                  <a:lnTo>
                    <a:pt x="1831" y="682"/>
                  </a:lnTo>
                  <a:cubicBezTo>
                    <a:pt x="1705" y="745"/>
                    <a:pt x="1352" y="1010"/>
                    <a:pt x="139" y="2387"/>
                  </a:cubicBezTo>
                  <a:lnTo>
                    <a:pt x="0" y="2551"/>
                  </a:lnTo>
                  <a:lnTo>
                    <a:pt x="947" y="4647"/>
                  </a:lnTo>
                  <a:lnTo>
                    <a:pt x="1907" y="6263"/>
                  </a:lnTo>
                  <a:lnTo>
                    <a:pt x="4584" y="5606"/>
                  </a:lnTo>
                  <a:lnTo>
                    <a:pt x="5645" y="5051"/>
                  </a:lnTo>
                  <a:lnTo>
                    <a:pt x="8006" y="5682"/>
                  </a:lnTo>
                  <a:lnTo>
                    <a:pt x="8385" y="3068"/>
                  </a:lnTo>
                  <a:lnTo>
                    <a:pt x="7438" y="429"/>
                  </a:lnTo>
                  <a:lnTo>
                    <a:pt x="5127" y="2058"/>
                  </a:lnTo>
                  <a:lnTo>
                    <a:pt x="4710" y="3043"/>
                  </a:lnTo>
                  <a:lnTo>
                    <a:pt x="3738" y="2841"/>
                  </a:lnTo>
                  <a:lnTo>
                    <a:pt x="3738" y="1642"/>
                  </a:lnTo>
                  <a:lnTo>
                    <a:pt x="2917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22"/>
            <p:cNvSpPr/>
            <p:nvPr/>
          </p:nvSpPr>
          <p:spPr>
            <a:xfrm>
              <a:off x="1640975" y="919700"/>
              <a:ext cx="161975" cy="96625"/>
            </a:xfrm>
            <a:custGeom>
              <a:rect b="b" l="l" r="r" t="t"/>
              <a:pathLst>
                <a:path extrusionOk="0" h="3865" w="6479">
                  <a:moveTo>
                    <a:pt x="5203" y="1"/>
                  </a:moveTo>
                  <a:lnTo>
                    <a:pt x="3549" y="632"/>
                  </a:lnTo>
                  <a:lnTo>
                    <a:pt x="783" y="1819"/>
                  </a:lnTo>
                  <a:lnTo>
                    <a:pt x="1" y="3334"/>
                  </a:lnTo>
                  <a:lnTo>
                    <a:pt x="1579" y="3865"/>
                  </a:lnTo>
                  <a:lnTo>
                    <a:pt x="3157" y="3334"/>
                  </a:lnTo>
                  <a:lnTo>
                    <a:pt x="4572" y="3094"/>
                  </a:lnTo>
                  <a:lnTo>
                    <a:pt x="5759" y="1933"/>
                  </a:lnTo>
                  <a:lnTo>
                    <a:pt x="6478" y="708"/>
                  </a:lnTo>
                  <a:lnTo>
                    <a:pt x="5203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22"/>
            <p:cNvSpPr/>
            <p:nvPr/>
          </p:nvSpPr>
          <p:spPr>
            <a:xfrm>
              <a:off x="1629625" y="910875"/>
              <a:ext cx="184375" cy="113650"/>
            </a:xfrm>
            <a:custGeom>
              <a:rect b="b" l="l" r="r" t="t"/>
              <a:pathLst>
                <a:path extrusionOk="0" h="4546" w="7375">
                  <a:moveTo>
                    <a:pt x="5632" y="707"/>
                  </a:moveTo>
                  <a:lnTo>
                    <a:pt x="6503" y="1175"/>
                  </a:lnTo>
                  <a:lnTo>
                    <a:pt x="5960" y="2084"/>
                  </a:lnTo>
                  <a:lnTo>
                    <a:pt x="4874" y="3144"/>
                  </a:lnTo>
                  <a:lnTo>
                    <a:pt x="3561" y="3372"/>
                  </a:lnTo>
                  <a:lnTo>
                    <a:pt x="2033" y="3877"/>
                  </a:lnTo>
                  <a:lnTo>
                    <a:pt x="909" y="3511"/>
                  </a:lnTo>
                  <a:lnTo>
                    <a:pt x="1477" y="2412"/>
                  </a:lnTo>
                  <a:lnTo>
                    <a:pt x="4116" y="1276"/>
                  </a:lnTo>
                  <a:lnTo>
                    <a:pt x="5632" y="707"/>
                  </a:lnTo>
                  <a:close/>
                  <a:moveTo>
                    <a:pt x="5682" y="0"/>
                  </a:moveTo>
                  <a:lnTo>
                    <a:pt x="3877" y="695"/>
                  </a:lnTo>
                  <a:lnTo>
                    <a:pt x="1010" y="1920"/>
                  </a:lnTo>
                  <a:lnTo>
                    <a:pt x="0" y="3877"/>
                  </a:lnTo>
                  <a:lnTo>
                    <a:pt x="2033" y="4546"/>
                  </a:lnTo>
                  <a:lnTo>
                    <a:pt x="3687" y="4003"/>
                  </a:lnTo>
                  <a:lnTo>
                    <a:pt x="5177" y="3750"/>
                  </a:lnTo>
                  <a:lnTo>
                    <a:pt x="6427" y="2513"/>
                  </a:lnTo>
                  <a:lnTo>
                    <a:pt x="7374" y="947"/>
                  </a:lnTo>
                  <a:lnTo>
                    <a:pt x="5682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22"/>
            <p:cNvSpPr/>
            <p:nvPr/>
          </p:nvSpPr>
          <p:spPr>
            <a:xfrm>
              <a:off x="1843950" y="961050"/>
              <a:ext cx="72950" cy="40125"/>
            </a:xfrm>
            <a:custGeom>
              <a:rect b="b" l="l" r="r" t="t"/>
              <a:pathLst>
                <a:path extrusionOk="0" h="1605" w="2918">
                  <a:moveTo>
                    <a:pt x="392" y="1"/>
                  </a:moveTo>
                  <a:lnTo>
                    <a:pt x="1" y="594"/>
                  </a:lnTo>
                  <a:lnTo>
                    <a:pt x="1024" y="1605"/>
                  </a:lnTo>
                  <a:lnTo>
                    <a:pt x="2211" y="670"/>
                  </a:lnTo>
                  <a:lnTo>
                    <a:pt x="2918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22"/>
            <p:cNvSpPr/>
            <p:nvPr/>
          </p:nvSpPr>
          <p:spPr>
            <a:xfrm>
              <a:off x="1833850" y="953475"/>
              <a:ext cx="102950" cy="58125"/>
            </a:xfrm>
            <a:custGeom>
              <a:rect b="b" l="l" r="r" t="t"/>
              <a:pathLst>
                <a:path extrusionOk="0" h="2325" w="4118">
                  <a:moveTo>
                    <a:pt x="2526" y="632"/>
                  </a:moveTo>
                  <a:lnTo>
                    <a:pt x="1453" y="1491"/>
                  </a:lnTo>
                  <a:lnTo>
                    <a:pt x="809" y="860"/>
                  </a:lnTo>
                  <a:lnTo>
                    <a:pt x="973" y="632"/>
                  </a:lnTo>
                  <a:close/>
                  <a:moveTo>
                    <a:pt x="632" y="1"/>
                  </a:moveTo>
                  <a:lnTo>
                    <a:pt x="1" y="948"/>
                  </a:lnTo>
                  <a:lnTo>
                    <a:pt x="1402" y="2324"/>
                  </a:lnTo>
                  <a:lnTo>
                    <a:pt x="2829" y="1213"/>
                  </a:lnTo>
                  <a:lnTo>
                    <a:pt x="4117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22"/>
            <p:cNvSpPr/>
            <p:nvPr/>
          </p:nvSpPr>
          <p:spPr>
            <a:xfrm>
              <a:off x="1900150" y="882450"/>
              <a:ext cx="40425" cy="51500"/>
            </a:xfrm>
            <a:custGeom>
              <a:rect b="b" l="l" r="r" t="t"/>
              <a:pathLst>
                <a:path extrusionOk="0" h="2060" w="1617">
                  <a:moveTo>
                    <a:pt x="354" y="1"/>
                  </a:moveTo>
                  <a:lnTo>
                    <a:pt x="0" y="708"/>
                  </a:lnTo>
                  <a:lnTo>
                    <a:pt x="695" y="1137"/>
                  </a:lnTo>
                  <a:lnTo>
                    <a:pt x="1351" y="2059"/>
                  </a:lnTo>
                  <a:lnTo>
                    <a:pt x="1617" y="1339"/>
                  </a:lnTo>
                  <a:lnTo>
                    <a:pt x="1617" y="316"/>
                  </a:lnTo>
                  <a:lnTo>
                    <a:pt x="354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22"/>
            <p:cNvSpPr/>
            <p:nvPr/>
          </p:nvSpPr>
          <p:spPr>
            <a:xfrm>
              <a:off x="1889725" y="873000"/>
              <a:ext cx="58750" cy="77975"/>
            </a:xfrm>
            <a:custGeom>
              <a:rect b="b" l="l" r="r" t="t"/>
              <a:pathLst>
                <a:path extrusionOk="0" h="3119" w="2350">
                  <a:moveTo>
                    <a:pt x="948" y="745"/>
                  </a:moveTo>
                  <a:lnTo>
                    <a:pt x="1718" y="934"/>
                  </a:lnTo>
                  <a:lnTo>
                    <a:pt x="1718" y="1654"/>
                  </a:lnTo>
                  <a:lnTo>
                    <a:pt x="1680" y="1768"/>
                  </a:lnTo>
                  <a:lnTo>
                    <a:pt x="1364" y="1326"/>
                  </a:lnTo>
                  <a:lnTo>
                    <a:pt x="821" y="972"/>
                  </a:lnTo>
                  <a:lnTo>
                    <a:pt x="948" y="745"/>
                  </a:lnTo>
                  <a:close/>
                  <a:moveTo>
                    <a:pt x="607" y="0"/>
                  </a:moveTo>
                  <a:lnTo>
                    <a:pt x="1" y="1200"/>
                  </a:lnTo>
                  <a:lnTo>
                    <a:pt x="885" y="1755"/>
                  </a:lnTo>
                  <a:lnTo>
                    <a:pt x="1857" y="3119"/>
                  </a:lnTo>
                  <a:lnTo>
                    <a:pt x="2324" y="1818"/>
                  </a:lnTo>
                  <a:lnTo>
                    <a:pt x="2349" y="442"/>
                  </a:lnTo>
                  <a:lnTo>
                    <a:pt x="607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22"/>
            <p:cNvSpPr/>
            <p:nvPr/>
          </p:nvSpPr>
          <p:spPr>
            <a:xfrm>
              <a:off x="1439900" y="1099950"/>
              <a:ext cx="185325" cy="192275"/>
            </a:xfrm>
            <a:custGeom>
              <a:rect b="b" l="l" r="r" t="t"/>
              <a:pathLst>
                <a:path extrusionOk="0" h="7691" w="7413">
                  <a:moveTo>
                    <a:pt x="5682" y="1"/>
                  </a:moveTo>
                  <a:lnTo>
                    <a:pt x="3826" y="354"/>
                  </a:lnTo>
                  <a:cubicBezTo>
                    <a:pt x="3586" y="544"/>
                    <a:pt x="2374" y="834"/>
                    <a:pt x="2374" y="834"/>
                  </a:cubicBezTo>
                  <a:lnTo>
                    <a:pt x="2374" y="2337"/>
                  </a:lnTo>
                  <a:lnTo>
                    <a:pt x="1111" y="3991"/>
                  </a:lnTo>
                  <a:lnTo>
                    <a:pt x="0" y="4900"/>
                  </a:lnTo>
                  <a:lnTo>
                    <a:pt x="632" y="7691"/>
                  </a:lnTo>
                  <a:lnTo>
                    <a:pt x="2058" y="7691"/>
                  </a:lnTo>
                  <a:lnTo>
                    <a:pt x="4293" y="5254"/>
                  </a:lnTo>
                  <a:lnTo>
                    <a:pt x="5834" y="4622"/>
                  </a:lnTo>
                  <a:lnTo>
                    <a:pt x="7412" y="3650"/>
                  </a:lnTo>
                  <a:lnTo>
                    <a:pt x="7412" y="1705"/>
                  </a:lnTo>
                  <a:lnTo>
                    <a:pt x="6238" y="910"/>
                  </a:lnTo>
                  <a:lnTo>
                    <a:pt x="5682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22"/>
            <p:cNvSpPr/>
            <p:nvPr/>
          </p:nvSpPr>
          <p:spPr>
            <a:xfrm>
              <a:off x="1431375" y="1091425"/>
              <a:ext cx="201725" cy="208700"/>
            </a:xfrm>
            <a:custGeom>
              <a:rect b="b" l="l" r="r" t="t"/>
              <a:pathLst>
                <a:path extrusionOk="0" h="8348" w="8069">
                  <a:moveTo>
                    <a:pt x="5859" y="708"/>
                  </a:moveTo>
                  <a:lnTo>
                    <a:pt x="6301" y="1428"/>
                  </a:lnTo>
                  <a:lnTo>
                    <a:pt x="7438" y="2223"/>
                  </a:lnTo>
                  <a:lnTo>
                    <a:pt x="7438" y="3814"/>
                  </a:lnTo>
                  <a:lnTo>
                    <a:pt x="6049" y="4673"/>
                  </a:lnTo>
                  <a:lnTo>
                    <a:pt x="4521" y="5304"/>
                  </a:lnTo>
                  <a:lnTo>
                    <a:pt x="2260" y="7716"/>
                  </a:lnTo>
                  <a:lnTo>
                    <a:pt x="1225" y="7716"/>
                  </a:lnTo>
                  <a:lnTo>
                    <a:pt x="695" y="5367"/>
                  </a:lnTo>
                  <a:lnTo>
                    <a:pt x="1642" y="4584"/>
                  </a:lnTo>
                  <a:lnTo>
                    <a:pt x="3018" y="2791"/>
                  </a:lnTo>
                  <a:lnTo>
                    <a:pt x="3018" y="1428"/>
                  </a:lnTo>
                  <a:cubicBezTo>
                    <a:pt x="3422" y="1327"/>
                    <a:pt x="4003" y="1163"/>
                    <a:pt x="4281" y="998"/>
                  </a:cubicBezTo>
                  <a:lnTo>
                    <a:pt x="5859" y="708"/>
                  </a:lnTo>
                  <a:close/>
                  <a:moveTo>
                    <a:pt x="6175" y="1"/>
                  </a:moveTo>
                  <a:lnTo>
                    <a:pt x="4117" y="380"/>
                  </a:lnTo>
                  <a:lnTo>
                    <a:pt x="4028" y="405"/>
                  </a:lnTo>
                  <a:lnTo>
                    <a:pt x="3965" y="443"/>
                  </a:lnTo>
                  <a:cubicBezTo>
                    <a:pt x="3851" y="544"/>
                    <a:pt x="3182" y="733"/>
                    <a:pt x="2639" y="872"/>
                  </a:cubicBezTo>
                  <a:lnTo>
                    <a:pt x="2399" y="923"/>
                  </a:lnTo>
                  <a:lnTo>
                    <a:pt x="2399" y="2564"/>
                  </a:lnTo>
                  <a:lnTo>
                    <a:pt x="1225" y="4105"/>
                  </a:lnTo>
                  <a:lnTo>
                    <a:pt x="0" y="5115"/>
                  </a:lnTo>
                  <a:lnTo>
                    <a:pt x="733" y="8347"/>
                  </a:lnTo>
                  <a:lnTo>
                    <a:pt x="2538" y="8347"/>
                  </a:lnTo>
                  <a:lnTo>
                    <a:pt x="4836" y="5847"/>
                  </a:lnTo>
                  <a:lnTo>
                    <a:pt x="6352" y="5228"/>
                  </a:lnTo>
                  <a:lnTo>
                    <a:pt x="8069" y="4168"/>
                  </a:lnTo>
                  <a:lnTo>
                    <a:pt x="8069" y="1870"/>
                  </a:lnTo>
                  <a:lnTo>
                    <a:pt x="6806" y="1024"/>
                  </a:lnTo>
                  <a:lnTo>
                    <a:pt x="6175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22"/>
            <p:cNvSpPr/>
            <p:nvPr/>
          </p:nvSpPr>
          <p:spPr>
            <a:xfrm>
              <a:off x="1514700" y="1211400"/>
              <a:ext cx="329275" cy="270225"/>
            </a:xfrm>
            <a:custGeom>
              <a:rect b="b" l="l" r="r" t="t"/>
              <a:pathLst>
                <a:path extrusionOk="0" h="10809" w="13171">
                  <a:moveTo>
                    <a:pt x="12072" y="0"/>
                  </a:moveTo>
                  <a:lnTo>
                    <a:pt x="9623" y="480"/>
                  </a:lnTo>
                  <a:lnTo>
                    <a:pt x="8676" y="4180"/>
                  </a:lnTo>
                  <a:lnTo>
                    <a:pt x="7678" y="3536"/>
                  </a:lnTo>
                  <a:lnTo>
                    <a:pt x="8297" y="1503"/>
                  </a:lnTo>
                  <a:lnTo>
                    <a:pt x="4925" y="707"/>
                  </a:lnTo>
                  <a:lnTo>
                    <a:pt x="1440" y="1818"/>
                  </a:lnTo>
                  <a:lnTo>
                    <a:pt x="1074" y="2993"/>
                  </a:lnTo>
                  <a:lnTo>
                    <a:pt x="2791" y="3574"/>
                  </a:lnTo>
                  <a:lnTo>
                    <a:pt x="1" y="3940"/>
                  </a:lnTo>
                  <a:lnTo>
                    <a:pt x="1" y="6389"/>
                  </a:lnTo>
                  <a:lnTo>
                    <a:pt x="2842" y="6389"/>
                  </a:lnTo>
                  <a:lnTo>
                    <a:pt x="3549" y="6781"/>
                  </a:lnTo>
                  <a:lnTo>
                    <a:pt x="632" y="7021"/>
                  </a:lnTo>
                  <a:lnTo>
                    <a:pt x="1503" y="8637"/>
                  </a:lnTo>
                  <a:lnTo>
                    <a:pt x="1819" y="10177"/>
                  </a:lnTo>
                  <a:lnTo>
                    <a:pt x="4736" y="10177"/>
                  </a:lnTo>
                  <a:lnTo>
                    <a:pt x="6706" y="9142"/>
                  </a:lnTo>
                  <a:lnTo>
                    <a:pt x="8751" y="10809"/>
                  </a:lnTo>
                  <a:lnTo>
                    <a:pt x="10570" y="10089"/>
                  </a:lnTo>
                  <a:lnTo>
                    <a:pt x="11529" y="8789"/>
                  </a:lnTo>
                  <a:lnTo>
                    <a:pt x="10102" y="5695"/>
                  </a:lnTo>
                  <a:lnTo>
                    <a:pt x="11201" y="2614"/>
                  </a:lnTo>
                  <a:lnTo>
                    <a:pt x="13171" y="1111"/>
                  </a:lnTo>
                  <a:lnTo>
                    <a:pt x="12072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22"/>
            <p:cNvSpPr/>
            <p:nvPr/>
          </p:nvSpPr>
          <p:spPr>
            <a:xfrm>
              <a:off x="1506825" y="1202875"/>
              <a:ext cx="349150" cy="287600"/>
            </a:xfrm>
            <a:custGeom>
              <a:rect b="b" l="l" r="r" t="t"/>
              <a:pathLst>
                <a:path extrusionOk="0" h="11504" w="13966">
                  <a:moveTo>
                    <a:pt x="12274" y="682"/>
                  </a:moveTo>
                  <a:lnTo>
                    <a:pt x="13006" y="1414"/>
                  </a:lnTo>
                  <a:lnTo>
                    <a:pt x="11238" y="2766"/>
                  </a:lnTo>
                  <a:lnTo>
                    <a:pt x="10064" y="6061"/>
                  </a:lnTo>
                  <a:lnTo>
                    <a:pt x="11478" y="9092"/>
                  </a:lnTo>
                  <a:lnTo>
                    <a:pt x="10683" y="10178"/>
                  </a:lnTo>
                  <a:lnTo>
                    <a:pt x="9129" y="10784"/>
                  </a:lnTo>
                  <a:lnTo>
                    <a:pt x="7059" y="9117"/>
                  </a:lnTo>
                  <a:lnTo>
                    <a:pt x="4975" y="10203"/>
                  </a:lnTo>
                  <a:lnTo>
                    <a:pt x="2399" y="10203"/>
                  </a:lnTo>
                  <a:lnTo>
                    <a:pt x="2134" y="8915"/>
                  </a:lnTo>
                  <a:lnTo>
                    <a:pt x="1465" y="7640"/>
                  </a:lnTo>
                  <a:lnTo>
                    <a:pt x="4937" y="7349"/>
                  </a:lnTo>
                  <a:lnTo>
                    <a:pt x="3245" y="6415"/>
                  </a:lnTo>
                  <a:lnTo>
                    <a:pt x="644" y="6415"/>
                  </a:lnTo>
                  <a:lnTo>
                    <a:pt x="644" y="4559"/>
                  </a:lnTo>
                  <a:lnTo>
                    <a:pt x="4495" y="4053"/>
                  </a:lnTo>
                  <a:lnTo>
                    <a:pt x="1781" y="3132"/>
                  </a:lnTo>
                  <a:lnTo>
                    <a:pt x="2008" y="2399"/>
                  </a:lnTo>
                  <a:lnTo>
                    <a:pt x="5253" y="1377"/>
                  </a:lnTo>
                  <a:lnTo>
                    <a:pt x="8208" y="2071"/>
                  </a:lnTo>
                  <a:lnTo>
                    <a:pt x="7627" y="4003"/>
                  </a:lnTo>
                  <a:lnTo>
                    <a:pt x="9193" y="5026"/>
                  </a:lnTo>
                  <a:lnTo>
                    <a:pt x="10190" y="1086"/>
                  </a:lnTo>
                  <a:lnTo>
                    <a:pt x="12274" y="682"/>
                  </a:lnTo>
                  <a:close/>
                  <a:moveTo>
                    <a:pt x="12488" y="0"/>
                  </a:moveTo>
                  <a:lnTo>
                    <a:pt x="9685" y="543"/>
                  </a:lnTo>
                  <a:lnTo>
                    <a:pt x="8801" y="4016"/>
                  </a:lnTo>
                  <a:lnTo>
                    <a:pt x="8372" y="3738"/>
                  </a:lnTo>
                  <a:lnTo>
                    <a:pt x="9003" y="1616"/>
                  </a:lnTo>
                  <a:lnTo>
                    <a:pt x="5228" y="733"/>
                  </a:lnTo>
                  <a:lnTo>
                    <a:pt x="1503" y="1907"/>
                  </a:lnTo>
                  <a:lnTo>
                    <a:pt x="998" y="3536"/>
                  </a:lnTo>
                  <a:lnTo>
                    <a:pt x="1717" y="3788"/>
                  </a:lnTo>
                  <a:lnTo>
                    <a:pt x="0" y="4003"/>
                  </a:lnTo>
                  <a:lnTo>
                    <a:pt x="0" y="7046"/>
                  </a:lnTo>
                  <a:lnTo>
                    <a:pt x="1010" y="7046"/>
                  </a:lnTo>
                  <a:lnTo>
                    <a:pt x="442" y="7097"/>
                  </a:lnTo>
                  <a:lnTo>
                    <a:pt x="1515" y="9079"/>
                  </a:lnTo>
                  <a:lnTo>
                    <a:pt x="1882" y="10834"/>
                  </a:lnTo>
                  <a:lnTo>
                    <a:pt x="5127" y="10834"/>
                  </a:lnTo>
                  <a:lnTo>
                    <a:pt x="6983" y="9862"/>
                  </a:lnTo>
                  <a:lnTo>
                    <a:pt x="9016" y="11503"/>
                  </a:lnTo>
                  <a:lnTo>
                    <a:pt x="11087" y="10708"/>
                  </a:lnTo>
                  <a:lnTo>
                    <a:pt x="12210" y="9167"/>
                  </a:lnTo>
                  <a:lnTo>
                    <a:pt x="10758" y="6023"/>
                  </a:lnTo>
                  <a:lnTo>
                    <a:pt x="11781" y="3144"/>
                  </a:lnTo>
                  <a:lnTo>
                    <a:pt x="13966" y="1490"/>
                  </a:lnTo>
                  <a:lnTo>
                    <a:pt x="12488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22"/>
            <p:cNvSpPr/>
            <p:nvPr/>
          </p:nvSpPr>
          <p:spPr>
            <a:xfrm>
              <a:off x="1843950" y="1219275"/>
              <a:ext cx="96625" cy="163875"/>
            </a:xfrm>
            <a:custGeom>
              <a:rect b="b" l="l" r="r" t="t"/>
              <a:pathLst>
                <a:path extrusionOk="0" h="6555" w="3865">
                  <a:moveTo>
                    <a:pt x="2602" y="1"/>
                  </a:moveTo>
                  <a:lnTo>
                    <a:pt x="2046" y="1339"/>
                  </a:lnTo>
                  <a:lnTo>
                    <a:pt x="1466" y="3334"/>
                  </a:lnTo>
                  <a:lnTo>
                    <a:pt x="1024" y="1642"/>
                  </a:lnTo>
                  <a:lnTo>
                    <a:pt x="1" y="3246"/>
                  </a:lnTo>
                  <a:lnTo>
                    <a:pt x="392" y="5026"/>
                  </a:lnTo>
                  <a:lnTo>
                    <a:pt x="1024" y="6554"/>
                  </a:lnTo>
                  <a:lnTo>
                    <a:pt x="3057" y="5014"/>
                  </a:lnTo>
                  <a:lnTo>
                    <a:pt x="3865" y="3221"/>
                  </a:lnTo>
                  <a:lnTo>
                    <a:pt x="3865" y="1339"/>
                  </a:lnTo>
                  <a:lnTo>
                    <a:pt x="2602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22"/>
            <p:cNvSpPr/>
            <p:nvPr/>
          </p:nvSpPr>
          <p:spPr>
            <a:xfrm>
              <a:off x="1835425" y="1205075"/>
              <a:ext cx="113050" cy="190700"/>
            </a:xfrm>
            <a:custGeom>
              <a:rect b="b" l="l" r="r" t="t"/>
              <a:pathLst>
                <a:path extrusionOk="0" h="7628" w="4522">
                  <a:moveTo>
                    <a:pt x="3044" y="1150"/>
                  </a:moveTo>
                  <a:lnTo>
                    <a:pt x="3890" y="2034"/>
                  </a:lnTo>
                  <a:lnTo>
                    <a:pt x="3890" y="3726"/>
                  </a:lnTo>
                  <a:lnTo>
                    <a:pt x="3145" y="5380"/>
                  </a:lnTo>
                  <a:lnTo>
                    <a:pt x="1503" y="6630"/>
                  </a:lnTo>
                  <a:lnTo>
                    <a:pt x="1049" y="5519"/>
                  </a:lnTo>
                  <a:lnTo>
                    <a:pt x="683" y="3877"/>
                  </a:lnTo>
                  <a:lnTo>
                    <a:pt x="1238" y="2981"/>
                  </a:lnTo>
                  <a:lnTo>
                    <a:pt x="1781" y="5089"/>
                  </a:lnTo>
                  <a:lnTo>
                    <a:pt x="2678" y="2034"/>
                  </a:lnTo>
                  <a:lnTo>
                    <a:pt x="3044" y="1150"/>
                  </a:lnTo>
                  <a:close/>
                  <a:moveTo>
                    <a:pt x="2842" y="1"/>
                  </a:moveTo>
                  <a:lnTo>
                    <a:pt x="2084" y="1819"/>
                  </a:lnTo>
                  <a:lnTo>
                    <a:pt x="1819" y="2715"/>
                  </a:lnTo>
                  <a:lnTo>
                    <a:pt x="1491" y="1427"/>
                  </a:lnTo>
                  <a:lnTo>
                    <a:pt x="1" y="3763"/>
                  </a:lnTo>
                  <a:lnTo>
                    <a:pt x="443" y="5708"/>
                  </a:lnTo>
                  <a:lnTo>
                    <a:pt x="1238" y="7627"/>
                  </a:lnTo>
                  <a:lnTo>
                    <a:pt x="3650" y="5784"/>
                  </a:lnTo>
                  <a:lnTo>
                    <a:pt x="4496" y="3915"/>
                  </a:lnTo>
                  <a:lnTo>
                    <a:pt x="4521" y="1781"/>
                  </a:lnTo>
                  <a:lnTo>
                    <a:pt x="2842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22"/>
            <p:cNvSpPr/>
            <p:nvPr/>
          </p:nvSpPr>
          <p:spPr>
            <a:xfrm>
              <a:off x="1794700" y="1458875"/>
              <a:ext cx="74850" cy="69800"/>
            </a:xfrm>
            <a:custGeom>
              <a:rect b="b" l="l" r="r" t="t"/>
              <a:pathLst>
                <a:path extrusionOk="0" h="2792" w="2994">
                  <a:moveTo>
                    <a:pt x="1971" y="1"/>
                  </a:moveTo>
                  <a:lnTo>
                    <a:pt x="872" y="847"/>
                  </a:lnTo>
                  <a:lnTo>
                    <a:pt x="1" y="1465"/>
                  </a:lnTo>
                  <a:lnTo>
                    <a:pt x="1504" y="2791"/>
                  </a:lnTo>
                  <a:lnTo>
                    <a:pt x="2994" y="2791"/>
                  </a:lnTo>
                  <a:lnTo>
                    <a:pt x="1971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22"/>
            <p:cNvSpPr/>
            <p:nvPr/>
          </p:nvSpPr>
          <p:spPr>
            <a:xfrm>
              <a:off x="1782075" y="1445925"/>
              <a:ext cx="98850" cy="90625"/>
            </a:xfrm>
            <a:custGeom>
              <a:rect b="b" l="l" r="r" t="t"/>
              <a:pathLst>
                <a:path extrusionOk="0" h="3625" w="3954">
                  <a:moveTo>
                    <a:pt x="2324" y="1024"/>
                  </a:moveTo>
                  <a:lnTo>
                    <a:pt x="3057" y="2994"/>
                  </a:lnTo>
                  <a:lnTo>
                    <a:pt x="2122" y="2994"/>
                  </a:lnTo>
                  <a:lnTo>
                    <a:pt x="1011" y="2009"/>
                  </a:lnTo>
                  <a:lnTo>
                    <a:pt x="2324" y="1024"/>
                  </a:lnTo>
                  <a:close/>
                  <a:moveTo>
                    <a:pt x="2627" y="1"/>
                  </a:moveTo>
                  <a:lnTo>
                    <a:pt x="1188" y="1112"/>
                  </a:lnTo>
                  <a:lnTo>
                    <a:pt x="1" y="1958"/>
                  </a:lnTo>
                  <a:lnTo>
                    <a:pt x="1882" y="3625"/>
                  </a:lnTo>
                  <a:lnTo>
                    <a:pt x="3953" y="3625"/>
                  </a:lnTo>
                  <a:lnTo>
                    <a:pt x="2627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22"/>
            <p:cNvSpPr/>
            <p:nvPr/>
          </p:nvSpPr>
          <p:spPr>
            <a:xfrm>
              <a:off x="241275" y="1079650"/>
              <a:ext cx="2559200" cy="3887025"/>
            </a:xfrm>
            <a:custGeom>
              <a:rect b="b" l="l" r="r" t="t"/>
              <a:pathLst>
                <a:path extrusionOk="0" h="155481" w="102368">
                  <a:moveTo>
                    <a:pt x="22033" y="0"/>
                  </a:moveTo>
                  <a:cubicBezTo>
                    <a:pt x="21541" y="0"/>
                    <a:pt x="20848" y="207"/>
                    <a:pt x="19875" y="825"/>
                  </a:cubicBezTo>
                  <a:cubicBezTo>
                    <a:pt x="16958" y="2669"/>
                    <a:pt x="16718" y="2669"/>
                    <a:pt x="16718" y="2669"/>
                  </a:cubicBezTo>
                  <a:lnTo>
                    <a:pt x="14357" y="4096"/>
                  </a:lnTo>
                  <a:lnTo>
                    <a:pt x="14357" y="5043"/>
                  </a:lnTo>
                  <a:lnTo>
                    <a:pt x="15304" y="8351"/>
                  </a:lnTo>
                  <a:lnTo>
                    <a:pt x="15532" y="10056"/>
                  </a:lnTo>
                  <a:lnTo>
                    <a:pt x="13423" y="9450"/>
                  </a:lnTo>
                  <a:lnTo>
                    <a:pt x="12665" y="8869"/>
                  </a:lnTo>
                  <a:lnTo>
                    <a:pt x="10051" y="10043"/>
                  </a:lnTo>
                  <a:lnTo>
                    <a:pt x="9319" y="11584"/>
                  </a:lnTo>
                  <a:lnTo>
                    <a:pt x="9319" y="12606"/>
                  </a:lnTo>
                  <a:lnTo>
                    <a:pt x="11920" y="12998"/>
                  </a:lnTo>
                  <a:lnTo>
                    <a:pt x="13890" y="12846"/>
                  </a:lnTo>
                  <a:lnTo>
                    <a:pt x="13890" y="12846"/>
                  </a:lnTo>
                  <a:lnTo>
                    <a:pt x="12236" y="14854"/>
                  </a:lnTo>
                  <a:lnTo>
                    <a:pt x="9281" y="15447"/>
                  </a:lnTo>
                  <a:lnTo>
                    <a:pt x="7324" y="17884"/>
                  </a:lnTo>
                  <a:lnTo>
                    <a:pt x="5922" y="20094"/>
                  </a:lnTo>
                  <a:lnTo>
                    <a:pt x="6478" y="22228"/>
                  </a:lnTo>
                  <a:lnTo>
                    <a:pt x="7665" y="23491"/>
                  </a:lnTo>
                  <a:lnTo>
                    <a:pt x="9559" y="25069"/>
                  </a:lnTo>
                  <a:cubicBezTo>
                    <a:pt x="9559" y="25069"/>
                    <a:pt x="8448" y="26534"/>
                    <a:pt x="8372" y="26862"/>
                  </a:cubicBezTo>
                  <a:cubicBezTo>
                    <a:pt x="8296" y="27191"/>
                    <a:pt x="2841" y="30196"/>
                    <a:pt x="2841" y="30196"/>
                  </a:cubicBezTo>
                  <a:lnTo>
                    <a:pt x="0" y="31610"/>
                  </a:lnTo>
                  <a:lnTo>
                    <a:pt x="0" y="31610"/>
                  </a:lnTo>
                  <a:lnTo>
                    <a:pt x="4344" y="30903"/>
                  </a:lnTo>
                  <a:lnTo>
                    <a:pt x="10178" y="28529"/>
                  </a:lnTo>
                  <a:lnTo>
                    <a:pt x="12476" y="25852"/>
                  </a:lnTo>
                  <a:lnTo>
                    <a:pt x="14446" y="24110"/>
                  </a:lnTo>
                  <a:lnTo>
                    <a:pt x="16883" y="22380"/>
                  </a:lnTo>
                  <a:lnTo>
                    <a:pt x="15393" y="25132"/>
                  </a:lnTo>
                  <a:lnTo>
                    <a:pt x="17287" y="24741"/>
                  </a:lnTo>
                  <a:cubicBezTo>
                    <a:pt x="17287" y="24741"/>
                    <a:pt x="19648" y="24034"/>
                    <a:pt x="19812" y="23794"/>
                  </a:cubicBezTo>
                  <a:cubicBezTo>
                    <a:pt x="19818" y="23784"/>
                    <a:pt x="19832" y="23779"/>
                    <a:pt x="19854" y="23779"/>
                  </a:cubicBezTo>
                  <a:cubicBezTo>
                    <a:pt x="20342" y="23779"/>
                    <a:pt x="24610" y="26319"/>
                    <a:pt x="24610" y="26319"/>
                  </a:cubicBezTo>
                  <a:lnTo>
                    <a:pt x="26113" y="29085"/>
                  </a:lnTo>
                  <a:lnTo>
                    <a:pt x="26820" y="33100"/>
                  </a:lnTo>
                  <a:lnTo>
                    <a:pt x="26189" y="36105"/>
                  </a:lnTo>
                  <a:lnTo>
                    <a:pt x="25633" y="38151"/>
                  </a:lnTo>
                  <a:lnTo>
                    <a:pt x="26429" y="40045"/>
                  </a:lnTo>
                  <a:lnTo>
                    <a:pt x="27376" y="37040"/>
                  </a:lnTo>
                  <a:lnTo>
                    <a:pt x="28474" y="36105"/>
                  </a:lnTo>
                  <a:lnTo>
                    <a:pt x="29194" y="40512"/>
                  </a:lnTo>
                  <a:lnTo>
                    <a:pt x="30457" y="43505"/>
                  </a:lnTo>
                  <a:lnTo>
                    <a:pt x="28083" y="42015"/>
                  </a:lnTo>
                  <a:lnTo>
                    <a:pt x="27856" y="43505"/>
                  </a:lnTo>
                  <a:lnTo>
                    <a:pt x="29585" y="47293"/>
                  </a:lnTo>
                  <a:lnTo>
                    <a:pt x="29346" y="49894"/>
                  </a:lnTo>
                  <a:lnTo>
                    <a:pt x="28083" y="52419"/>
                  </a:lnTo>
                  <a:lnTo>
                    <a:pt x="27616" y="56763"/>
                  </a:lnTo>
                  <a:lnTo>
                    <a:pt x="27931" y="61258"/>
                  </a:lnTo>
                  <a:lnTo>
                    <a:pt x="29661" y="64011"/>
                  </a:lnTo>
                  <a:lnTo>
                    <a:pt x="31404" y="65198"/>
                  </a:lnTo>
                  <a:lnTo>
                    <a:pt x="32666" y="68670"/>
                  </a:lnTo>
                  <a:lnTo>
                    <a:pt x="33538" y="71713"/>
                  </a:lnTo>
                  <a:lnTo>
                    <a:pt x="34081" y="73708"/>
                  </a:lnTo>
                  <a:lnTo>
                    <a:pt x="36631" y="76398"/>
                  </a:lnTo>
                  <a:lnTo>
                    <a:pt x="36631" y="76398"/>
                  </a:lnTo>
                  <a:lnTo>
                    <a:pt x="36050" y="73241"/>
                  </a:lnTo>
                  <a:lnTo>
                    <a:pt x="34560" y="71347"/>
                  </a:lnTo>
                  <a:lnTo>
                    <a:pt x="33929" y="66852"/>
                  </a:lnTo>
                  <a:lnTo>
                    <a:pt x="35343" y="68506"/>
                  </a:lnTo>
                  <a:lnTo>
                    <a:pt x="36215" y="71713"/>
                  </a:lnTo>
                  <a:lnTo>
                    <a:pt x="38424" y="73784"/>
                  </a:lnTo>
                  <a:lnTo>
                    <a:pt x="40470" y="77332"/>
                  </a:lnTo>
                  <a:lnTo>
                    <a:pt x="40634" y="79618"/>
                  </a:lnTo>
                  <a:lnTo>
                    <a:pt x="42288" y="81436"/>
                  </a:lnTo>
                  <a:lnTo>
                    <a:pt x="46241" y="82623"/>
                  </a:lnTo>
                  <a:lnTo>
                    <a:pt x="49082" y="84113"/>
                  </a:lnTo>
                  <a:lnTo>
                    <a:pt x="49940" y="83557"/>
                  </a:lnTo>
                  <a:lnTo>
                    <a:pt x="52541" y="85616"/>
                  </a:lnTo>
                  <a:lnTo>
                    <a:pt x="55458" y="86247"/>
                  </a:lnTo>
                  <a:lnTo>
                    <a:pt x="57428" y="88457"/>
                  </a:lnTo>
                  <a:lnTo>
                    <a:pt x="58855" y="90035"/>
                  </a:lnTo>
                  <a:lnTo>
                    <a:pt x="61380" y="91373"/>
                  </a:lnTo>
                  <a:lnTo>
                    <a:pt x="62643" y="90275"/>
                  </a:lnTo>
                  <a:lnTo>
                    <a:pt x="64221" y="92081"/>
                  </a:lnTo>
                  <a:lnTo>
                    <a:pt x="63906" y="95553"/>
                  </a:lnTo>
                  <a:lnTo>
                    <a:pt x="62378" y="97346"/>
                  </a:lnTo>
                  <a:lnTo>
                    <a:pt x="61595" y="99644"/>
                  </a:lnTo>
                  <a:lnTo>
                    <a:pt x="61355" y="101854"/>
                  </a:lnTo>
                  <a:lnTo>
                    <a:pt x="60875" y="103028"/>
                  </a:lnTo>
                  <a:lnTo>
                    <a:pt x="63325" y="105629"/>
                  </a:lnTo>
                  <a:lnTo>
                    <a:pt x="65459" y="108862"/>
                  </a:lnTo>
                  <a:lnTo>
                    <a:pt x="67580" y="112170"/>
                  </a:lnTo>
                  <a:lnTo>
                    <a:pt x="69550" y="113281"/>
                  </a:lnTo>
                  <a:lnTo>
                    <a:pt x="70813" y="115011"/>
                  </a:lnTo>
                  <a:lnTo>
                    <a:pt x="71293" y="119746"/>
                  </a:lnTo>
                  <a:lnTo>
                    <a:pt x="71532" y="123610"/>
                  </a:lnTo>
                  <a:lnTo>
                    <a:pt x="71293" y="127562"/>
                  </a:lnTo>
                  <a:lnTo>
                    <a:pt x="71444" y="129608"/>
                  </a:lnTo>
                  <a:lnTo>
                    <a:pt x="70661" y="132765"/>
                  </a:lnTo>
                  <a:lnTo>
                    <a:pt x="70585" y="135214"/>
                  </a:lnTo>
                  <a:lnTo>
                    <a:pt x="70813" y="138220"/>
                  </a:lnTo>
                  <a:lnTo>
                    <a:pt x="72151" y="139167"/>
                  </a:lnTo>
                  <a:lnTo>
                    <a:pt x="70346" y="143334"/>
                  </a:lnTo>
                  <a:lnTo>
                    <a:pt x="71684" y="145392"/>
                  </a:lnTo>
                  <a:lnTo>
                    <a:pt x="72000" y="147210"/>
                  </a:lnTo>
                  <a:lnTo>
                    <a:pt x="73225" y="150998"/>
                  </a:lnTo>
                  <a:lnTo>
                    <a:pt x="75548" y="154344"/>
                  </a:lnTo>
                  <a:lnTo>
                    <a:pt x="77278" y="155481"/>
                  </a:lnTo>
                  <a:lnTo>
                    <a:pt x="80283" y="155481"/>
                  </a:lnTo>
                  <a:lnTo>
                    <a:pt x="81546" y="153991"/>
                  </a:lnTo>
                  <a:lnTo>
                    <a:pt x="78313" y="152248"/>
                  </a:lnTo>
                  <a:lnTo>
                    <a:pt x="77126" y="149331"/>
                  </a:lnTo>
                  <a:cubicBezTo>
                    <a:pt x="77126" y="149331"/>
                    <a:pt x="75864" y="148826"/>
                    <a:pt x="77050" y="147399"/>
                  </a:cubicBezTo>
                  <a:cubicBezTo>
                    <a:pt x="78237" y="145985"/>
                    <a:pt x="78237" y="145960"/>
                    <a:pt x="78237" y="145960"/>
                  </a:cubicBezTo>
                  <a:lnTo>
                    <a:pt x="78553" y="144925"/>
                  </a:lnTo>
                  <a:lnTo>
                    <a:pt x="76899" y="143738"/>
                  </a:lnTo>
                  <a:lnTo>
                    <a:pt x="77758" y="142083"/>
                  </a:lnTo>
                  <a:lnTo>
                    <a:pt x="78553" y="141528"/>
                  </a:lnTo>
                  <a:lnTo>
                    <a:pt x="78945" y="139318"/>
                  </a:lnTo>
                  <a:lnTo>
                    <a:pt x="78389" y="138055"/>
                  </a:lnTo>
                  <a:lnTo>
                    <a:pt x="78465" y="136957"/>
                  </a:lnTo>
                  <a:lnTo>
                    <a:pt x="79892" y="137108"/>
                  </a:lnTo>
                  <a:lnTo>
                    <a:pt x="79967" y="135530"/>
                  </a:lnTo>
                  <a:lnTo>
                    <a:pt x="79967" y="134962"/>
                  </a:lnTo>
                  <a:lnTo>
                    <a:pt x="81861" y="134406"/>
                  </a:lnTo>
                  <a:lnTo>
                    <a:pt x="83755" y="133926"/>
                  </a:lnTo>
                  <a:lnTo>
                    <a:pt x="83755" y="131805"/>
                  </a:lnTo>
                  <a:lnTo>
                    <a:pt x="83604" y="130542"/>
                  </a:lnTo>
                  <a:lnTo>
                    <a:pt x="83516" y="129595"/>
                  </a:lnTo>
                  <a:lnTo>
                    <a:pt x="86205" y="130063"/>
                  </a:lnTo>
                  <a:lnTo>
                    <a:pt x="87821" y="128484"/>
                  </a:lnTo>
                  <a:lnTo>
                    <a:pt x="89261" y="126047"/>
                  </a:lnTo>
                  <a:lnTo>
                    <a:pt x="90612" y="124065"/>
                  </a:lnTo>
                  <a:lnTo>
                    <a:pt x="91079" y="121312"/>
                  </a:lnTo>
                  <a:lnTo>
                    <a:pt x="93605" y="119570"/>
                  </a:lnTo>
                  <a:lnTo>
                    <a:pt x="96294" y="118155"/>
                  </a:lnTo>
                  <a:lnTo>
                    <a:pt x="97633" y="117360"/>
                  </a:lnTo>
                  <a:lnTo>
                    <a:pt x="98188" y="113572"/>
                  </a:lnTo>
                  <a:lnTo>
                    <a:pt x="99047" y="110415"/>
                  </a:lnTo>
                  <a:lnTo>
                    <a:pt x="99451" y="108445"/>
                  </a:lnTo>
                  <a:lnTo>
                    <a:pt x="101257" y="106160"/>
                  </a:lnTo>
                  <a:lnTo>
                    <a:pt x="102368" y="104190"/>
                  </a:lnTo>
                  <a:lnTo>
                    <a:pt x="101332" y="102296"/>
                  </a:lnTo>
                  <a:cubicBezTo>
                    <a:pt x="101332" y="102296"/>
                    <a:pt x="101888" y="102220"/>
                    <a:pt x="98655" y="100957"/>
                  </a:cubicBezTo>
                  <a:lnTo>
                    <a:pt x="95423" y="99695"/>
                  </a:lnTo>
                  <a:lnTo>
                    <a:pt x="93529" y="99379"/>
                  </a:lnTo>
                  <a:lnTo>
                    <a:pt x="91471" y="98596"/>
                  </a:lnTo>
                  <a:lnTo>
                    <a:pt x="89185" y="97649"/>
                  </a:lnTo>
                  <a:lnTo>
                    <a:pt x="88011" y="94884"/>
                  </a:lnTo>
                  <a:lnTo>
                    <a:pt x="86508" y="92750"/>
                  </a:lnTo>
                  <a:lnTo>
                    <a:pt x="83124" y="91651"/>
                  </a:lnTo>
                  <a:lnTo>
                    <a:pt x="80914" y="91411"/>
                  </a:lnTo>
                  <a:lnTo>
                    <a:pt x="78616" y="89202"/>
                  </a:lnTo>
                  <a:lnTo>
                    <a:pt x="76571" y="88015"/>
                  </a:lnTo>
                  <a:lnTo>
                    <a:pt x="74121" y="87787"/>
                  </a:lnTo>
                  <a:lnTo>
                    <a:pt x="71596" y="87156"/>
                  </a:lnTo>
                  <a:lnTo>
                    <a:pt x="68755" y="87232"/>
                  </a:lnTo>
                  <a:cubicBezTo>
                    <a:pt x="68755" y="87232"/>
                    <a:pt x="65522" y="88179"/>
                    <a:pt x="65446" y="88495"/>
                  </a:cubicBezTo>
                  <a:cubicBezTo>
                    <a:pt x="65358" y="88810"/>
                    <a:pt x="64903" y="90174"/>
                    <a:pt x="64903" y="90174"/>
                  </a:cubicBezTo>
                  <a:lnTo>
                    <a:pt x="63325" y="88911"/>
                  </a:lnTo>
                  <a:lnTo>
                    <a:pt x="61595" y="89467"/>
                  </a:lnTo>
                  <a:lnTo>
                    <a:pt x="59852" y="88596"/>
                  </a:lnTo>
                  <a:lnTo>
                    <a:pt x="58590" y="85994"/>
                  </a:lnTo>
                  <a:lnTo>
                    <a:pt x="59385" y="83949"/>
                  </a:lnTo>
                  <a:lnTo>
                    <a:pt x="57491" y="83317"/>
                  </a:lnTo>
                  <a:lnTo>
                    <a:pt x="54966" y="83002"/>
                  </a:lnTo>
                  <a:lnTo>
                    <a:pt x="55673" y="81032"/>
                  </a:lnTo>
                  <a:lnTo>
                    <a:pt x="56380" y="79643"/>
                  </a:lnTo>
                  <a:lnTo>
                    <a:pt x="56532" y="78507"/>
                  </a:lnTo>
                  <a:lnTo>
                    <a:pt x="53779" y="78507"/>
                  </a:lnTo>
                  <a:lnTo>
                    <a:pt x="52592" y="80476"/>
                  </a:lnTo>
                  <a:lnTo>
                    <a:pt x="49915" y="81423"/>
                  </a:lnTo>
                  <a:lnTo>
                    <a:pt x="47933" y="78747"/>
                  </a:lnTo>
                  <a:lnTo>
                    <a:pt x="47541" y="75160"/>
                  </a:lnTo>
                  <a:lnTo>
                    <a:pt x="48412" y="72218"/>
                  </a:lnTo>
                  <a:lnTo>
                    <a:pt x="51165" y="70173"/>
                  </a:lnTo>
                  <a:lnTo>
                    <a:pt x="54095" y="69769"/>
                  </a:lnTo>
                  <a:lnTo>
                    <a:pt x="55433" y="70880"/>
                  </a:lnTo>
                  <a:lnTo>
                    <a:pt x="56064" y="69693"/>
                  </a:lnTo>
                  <a:lnTo>
                    <a:pt x="58198" y="69693"/>
                  </a:lnTo>
                  <a:lnTo>
                    <a:pt x="60964" y="70552"/>
                  </a:lnTo>
                  <a:lnTo>
                    <a:pt x="61191" y="72521"/>
                  </a:lnTo>
                  <a:lnTo>
                    <a:pt x="62529" y="74567"/>
                  </a:lnTo>
                  <a:lnTo>
                    <a:pt x="62933" y="72484"/>
                  </a:lnTo>
                  <a:lnTo>
                    <a:pt x="62769" y="68759"/>
                  </a:lnTo>
                  <a:lnTo>
                    <a:pt x="63805" y="66852"/>
                  </a:lnTo>
                  <a:lnTo>
                    <a:pt x="66797" y="64806"/>
                  </a:lnTo>
                  <a:lnTo>
                    <a:pt x="68300" y="62281"/>
                  </a:lnTo>
                  <a:lnTo>
                    <a:pt x="69083" y="60248"/>
                  </a:lnTo>
                  <a:lnTo>
                    <a:pt x="71684" y="57697"/>
                  </a:lnTo>
                  <a:lnTo>
                    <a:pt x="73338" y="57697"/>
                  </a:lnTo>
                  <a:lnTo>
                    <a:pt x="74197" y="55412"/>
                  </a:lnTo>
                  <a:lnTo>
                    <a:pt x="76722" y="53758"/>
                  </a:lnTo>
                  <a:lnTo>
                    <a:pt x="77833" y="55488"/>
                  </a:lnTo>
                  <a:lnTo>
                    <a:pt x="79879" y="54187"/>
                  </a:lnTo>
                  <a:lnTo>
                    <a:pt x="83351" y="52748"/>
                  </a:lnTo>
                  <a:lnTo>
                    <a:pt x="82569" y="51876"/>
                  </a:lnTo>
                  <a:lnTo>
                    <a:pt x="79412" y="52104"/>
                  </a:lnTo>
                  <a:lnTo>
                    <a:pt x="78692" y="50525"/>
                  </a:lnTo>
                  <a:lnTo>
                    <a:pt x="78692" y="49187"/>
                  </a:lnTo>
                  <a:lnTo>
                    <a:pt x="77833" y="48707"/>
                  </a:lnTo>
                  <a:lnTo>
                    <a:pt x="76091" y="49502"/>
                  </a:lnTo>
                  <a:lnTo>
                    <a:pt x="78540" y="48240"/>
                  </a:lnTo>
                  <a:lnTo>
                    <a:pt x="80902" y="48240"/>
                  </a:lnTo>
                  <a:lnTo>
                    <a:pt x="83111" y="48391"/>
                  </a:lnTo>
                  <a:lnTo>
                    <a:pt x="85725" y="46901"/>
                  </a:lnTo>
                  <a:cubicBezTo>
                    <a:pt x="85725" y="46901"/>
                    <a:pt x="87619" y="45474"/>
                    <a:pt x="87695" y="45361"/>
                  </a:cubicBezTo>
                  <a:cubicBezTo>
                    <a:pt x="87771" y="45247"/>
                    <a:pt x="86041" y="42204"/>
                    <a:pt x="86041" y="42204"/>
                  </a:cubicBezTo>
                  <a:lnTo>
                    <a:pt x="83983" y="40297"/>
                  </a:lnTo>
                  <a:lnTo>
                    <a:pt x="83591" y="38151"/>
                  </a:lnTo>
                  <a:lnTo>
                    <a:pt x="83111" y="33820"/>
                  </a:lnTo>
                  <a:lnTo>
                    <a:pt x="81066" y="36105"/>
                  </a:lnTo>
                  <a:lnTo>
                    <a:pt x="79172" y="35701"/>
                  </a:lnTo>
                  <a:lnTo>
                    <a:pt x="78856" y="33656"/>
                  </a:lnTo>
                  <a:lnTo>
                    <a:pt x="79639" y="32203"/>
                  </a:lnTo>
                  <a:lnTo>
                    <a:pt x="77909" y="31724"/>
                  </a:lnTo>
                  <a:lnTo>
                    <a:pt x="76798" y="30575"/>
                  </a:lnTo>
                  <a:lnTo>
                    <a:pt x="73957" y="30575"/>
                  </a:lnTo>
                  <a:lnTo>
                    <a:pt x="73098" y="30650"/>
                  </a:lnTo>
                  <a:lnTo>
                    <a:pt x="73010" y="33491"/>
                  </a:lnTo>
                  <a:lnTo>
                    <a:pt x="71671" y="34918"/>
                  </a:lnTo>
                  <a:lnTo>
                    <a:pt x="72467" y="36156"/>
                  </a:lnTo>
                  <a:lnTo>
                    <a:pt x="72694" y="38479"/>
                  </a:lnTo>
                  <a:lnTo>
                    <a:pt x="70573" y="40285"/>
                  </a:lnTo>
                  <a:lnTo>
                    <a:pt x="68603" y="40979"/>
                  </a:lnTo>
                  <a:lnTo>
                    <a:pt x="68603" y="44136"/>
                  </a:lnTo>
                  <a:lnTo>
                    <a:pt x="67340" y="44767"/>
                  </a:lnTo>
                  <a:lnTo>
                    <a:pt x="65913" y="42962"/>
                  </a:lnTo>
                  <a:lnTo>
                    <a:pt x="66545" y="40196"/>
                  </a:lnTo>
                  <a:lnTo>
                    <a:pt x="64386" y="39098"/>
                  </a:lnTo>
                  <a:lnTo>
                    <a:pt x="62113" y="37747"/>
                  </a:lnTo>
                  <a:lnTo>
                    <a:pt x="61115" y="36888"/>
                  </a:lnTo>
                  <a:lnTo>
                    <a:pt x="60092" y="36888"/>
                  </a:lnTo>
                  <a:lnTo>
                    <a:pt x="59852" y="34123"/>
                  </a:lnTo>
                  <a:lnTo>
                    <a:pt x="60244" y="31686"/>
                  </a:lnTo>
                  <a:lnTo>
                    <a:pt x="61088" y="29679"/>
                  </a:lnTo>
                  <a:lnTo>
                    <a:pt x="61088" y="29679"/>
                  </a:lnTo>
                  <a:cubicBezTo>
                    <a:pt x="61170" y="29674"/>
                    <a:pt x="61518" y="29543"/>
                    <a:pt x="62694" y="28958"/>
                  </a:cubicBezTo>
                  <a:cubicBezTo>
                    <a:pt x="63454" y="28578"/>
                    <a:pt x="63639" y="28510"/>
                    <a:pt x="63679" y="28510"/>
                  </a:cubicBezTo>
                  <a:cubicBezTo>
                    <a:pt x="63702" y="28510"/>
                    <a:pt x="63680" y="28531"/>
                    <a:pt x="63688" y="28531"/>
                  </a:cubicBezTo>
                  <a:cubicBezTo>
                    <a:pt x="63704" y="28531"/>
                    <a:pt x="63843" y="28444"/>
                    <a:pt x="64739" y="27910"/>
                  </a:cubicBezTo>
                  <a:cubicBezTo>
                    <a:pt x="66873" y="26648"/>
                    <a:pt x="66873" y="26648"/>
                    <a:pt x="66873" y="26648"/>
                  </a:cubicBezTo>
                  <a:lnTo>
                    <a:pt x="68451" y="25145"/>
                  </a:lnTo>
                  <a:lnTo>
                    <a:pt x="69714" y="23870"/>
                  </a:lnTo>
                  <a:lnTo>
                    <a:pt x="70585" y="23642"/>
                  </a:lnTo>
                  <a:lnTo>
                    <a:pt x="73969" y="23642"/>
                  </a:lnTo>
                  <a:lnTo>
                    <a:pt x="74121" y="21597"/>
                  </a:lnTo>
                  <a:lnTo>
                    <a:pt x="75144" y="19779"/>
                  </a:lnTo>
                  <a:lnTo>
                    <a:pt x="74677" y="18049"/>
                  </a:lnTo>
                  <a:lnTo>
                    <a:pt x="73035" y="16660"/>
                  </a:lnTo>
                  <a:lnTo>
                    <a:pt x="71987" y="18693"/>
                  </a:lnTo>
                  <a:lnTo>
                    <a:pt x="70371" y="19943"/>
                  </a:lnTo>
                  <a:lnTo>
                    <a:pt x="69234" y="20726"/>
                  </a:lnTo>
                  <a:lnTo>
                    <a:pt x="69234" y="18276"/>
                  </a:lnTo>
                  <a:lnTo>
                    <a:pt x="69487" y="17013"/>
                  </a:lnTo>
                  <a:lnTo>
                    <a:pt x="69487" y="17013"/>
                  </a:lnTo>
                  <a:lnTo>
                    <a:pt x="68439" y="17960"/>
                  </a:lnTo>
                  <a:lnTo>
                    <a:pt x="67403" y="15599"/>
                  </a:lnTo>
                  <a:lnTo>
                    <a:pt x="68565" y="14336"/>
                  </a:lnTo>
                  <a:lnTo>
                    <a:pt x="69373" y="12594"/>
                  </a:lnTo>
                  <a:lnTo>
                    <a:pt x="70636" y="9841"/>
                  </a:lnTo>
                  <a:lnTo>
                    <a:pt x="71633" y="9450"/>
                  </a:lnTo>
                  <a:lnTo>
                    <a:pt x="73401" y="7783"/>
                  </a:lnTo>
                  <a:lnTo>
                    <a:pt x="72618" y="7379"/>
                  </a:lnTo>
                  <a:lnTo>
                    <a:pt x="71633" y="7240"/>
                  </a:lnTo>
                  <a:lnTo>
                    <a:pt x="69234" y="7240"/>
                  </a:lnTo>
                  <a:lnTo>
                    <a:pt x="69234" y="9450"/>
                  </a:lnTo>
                  <a:lnTo>
                    <a:pt x="67164" y="12152"/>
                  </a:lnTo>
                  <a:lnTo>
                    <a:pt x="65408" y="14854"/>
                  </a:lnTo>
                  <a:lnTo>
                    <a:pt x="66280" y="16091"/>
                  </a:lnTo>
                  <a:lnTo>
                    <a:pt x="65926" y="18516"/>
                  </a:lnTo>
                  <a:lnTo>
                    <a:pt x="62921" y="20094"/>
                  </a:lnTo>
                  <a:lnTo>
                    <a:pt x="62921" y="18276"/>
                  </a:lnTo>
                  <a:lnTo>
                    <a:pt x="61191" y="18124"/>
                  </a:lnTo>
                  <a:lnTo>
                    <a:pt x="59701" y="19299"/>
                  </a:lnTo>
                  <a:lnTo>
                    <a:pt x="57845" y="16698"/>
                  </a:lnTo>
                  <a:lnTo>
                    <a:pt x="55673" y="16698"/>
                  </a:lnTo>
                  <a:lnTo>
                    <a:pt x="54966" y="18049"/>
                  </a:lnTo>
                  <a:lnTo>
                    <a:pt x="54259" y="19071"/>
                  </a:lnTo>
                  <a:lnTo>
                    <a:pt x="53223" y="16786"/>
                  </a:lnTo>
                  <a:cubicBezTo>
                    <a:pt x="53223" y="16786"/>
                    <a:pt x="52623" y="16998"/>
                    <a:pt x="52038" y="16998"/>
                  </a:cubicBezTo>
                  <a:cubicBezTo>
                    <a:pt x="51500" y="16998"/>
                    <a:pt x="50974" y="16819"/>
                    <a:pt x="50938" y="16129"/>
                  </a:cubicBezTo>
                  <a:cubicBezTo>
                    <a:pt x="50862" y="14690"/>
                    <a:pt x="50862" y="14677"/>
                    <a:pt x="50862" y="14677"/>
                  </a:cubicBezTo>
                  <a:lnTo>
                    <a:pt x="47629" y="11672"/>
                  </a:lnTo>
                  <a:lnTo>
                    <a:pt x="46594" y="10952"/>
                  </a:lnTo>
                  <a:lnTo>
                    <a:pt x="44788" y="11268"/>
                  </a:lnTo>
                  <a:lnTo>
                    <a:pt x="43993" y="8869"/>
                  </a:lnTo>
                  <a:lnTo>
                    <a:pt x="42579" y="8427"/>
                  </a:lnTo>
                  <a:lnTo>
                    <a:pt x="39030" y="8869"/>
                  </a:lnTo>
                  <a:lnTo>
                    <a:pt x="36972" y="8427"/>
                  </a:lnTo>
                  <a:lnTo>
                    <a:pt x="34295" y="6141"/>
                  </a:lnTo>
                  <a:lnTo>
                    <a:pt x="30747" y="4462"/>
                  </a:lnTo>
                  <a:lnTo>
                    <a:pt x="28159" y="1962"/>
                  </a:lnTo>
                  <a:lnTo>
                    <a:pt x="26037" y="194"/>
                  </a:lnTo>
                  <a:lnTo>
                    <a:pt x="23196" y="825"/>
                  </a:lnTo>
                  <a:cubicBezTo>
                    <a:pt x="23196" y="825"/>
                    <a:pt x="23017" y="0"/>
                    <a:pt x="22033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22"/>
            <p:cNvSpPr/>
            <p:nvPr/>
          </p:nvSpPr>
          <p:spPr>
            <a:xfrm>
              <a:off x="238125" y="1071925"/>
              <a:ext cx="2568675" cy="3902025"/>
            </a:xfrm>
            <a:custGeom>
              <a:rect b="b" l="l" r="r" t="t"/>
              <a:pathLst>
                <a:path extrusionOk="0" h="156081" w="102747">
                  <a:moveTo>
                    <a:pt x="61468" y="29836"/>
                  </a:moveTo>
                  <a:cubicBezTo>
                    <a:pt x="61506" y="29899"/>
                    <a:pt x="61519" y="29962"/>
                    <a:pt x="61506" y="30025"/>
                  </a:cubicBezTo>
                  <a:lnTo>
                    <a:pt x="61342" y="29899"/>
                  </a:lnTo>
                  <a:lnTo>
                    <a:pt x="61468" y="29836"/>
                  </a:lnTo>
                  <a:close/>
                  <a:moveTo>
                    <a:pt x="101181" y="102504"/>
                  </a:moveTo>
                  <a:lnTo>
                    <a:pt x="101282" y="102542"/>
                  </a:lnTo>
                  <a:lnTo>
                    <a:pt x="101193" y="102718"/>
                  </a:lnTo>
                  <a:cubicBezTo>
                    <a:pt x="101155" y="102655"/>
                    <a:pt x="101143" y="102567"/>
                    <a:pt x="101181" y="102504"/>
                  </a:cubicBezTo>
                  <a:close/>
                  <a:moveTo>
                    <a:pt x="22159" y="618"/>
                  </a:moveTo>
                  <a:cubicBezTo>
                    <a:pt x="22328" y="618"/>
                    <a:pt x="22461" y="648"/>
                    <a:pt x="22565" y="692"/>
                  </a:cubicBezTo>
                  <a:cubicBezTo>
                    <a:pt x="22779" y="781"/>
                    <a:pt x="22943" y="970"/>
                    <a:pt x="23019" y="1198"/>
                  </a:cubicBezTo>
                  <a:lnTo>
                    <a:pt x="23385" y="1437"/>
                  </a:lnTo>
                  <a:lnTo>
                    <a:pt x="26075" y="844"/>
                  </a:lnTo>
                  <a:lnTo>
                    <a:pt x="28057" y="2498"/>
                  </a:lnTo>
                  <a:lnTo>
                    <a:pt x="30658" y="4998"/>
                  </a:lnTo>
                  <a:lnTo>
                    <a:pt x="34257" y="6716"/>
                  </a:lnTo>
                  <a:lnTo>
                    <a:pt x="36909" y="8976"/>
                  </a:lnTo>
                  <a:lnTo>
                    <a:pt x="37048" y="9052"/>
                  </a:lnTo>
                  <a:lnTo>
                    <a:pt x="39093" y="9481"/>
                  </a:lnTo>
                  <a:lnTo>
                    <a:pt x="39207" y="9481"/>
                  </a:lnTo>
                  <a:lnTo>
                    <a:pt x="42679" y="9052"/>
                  </a:lnTo>
                  <a:lnTo>
                    <a:pt x="43879" y="9430"/>
                  </a:lnTo>
                  <a:lnTo>
                    <a:pt x="44624" y="11678"/>
                  </a:lnTo>
                  <a:lnTo>
                    <a:pt x="44978" y="11893"/>
                  </a:lnTo>
                  <a:lnTo>
                    <a:pt x="46657" y="11590"/>
                  </a:lnTo>
                  <a:lnTo>
                    <a:pt x="47541" y="12208"/>
                  </a:lnTo>
                  <a:lnTo>
                    <a:pt x="50685" y="15125"/>
                  </a:lnTo>
                  <a:cubicBezTo>
                    <a:pt x="50698" y="15302"/>
                    <a:pt x="50710" y="15668"/>
                    <a:pt x="50761" y="16464"/>
                  </a:cubicBezTo>
                  <a:cubicBezTo>
                    <a:pt x="50761" y="16830"/>
                    <a:pt x="50937" y="17183"/>
                    <a:pt x="51253" y="17385"/>
                  </a:cubicBezTo>
                  <a:cubicBezTo>
                    <a:pt x="51517" y="17561"/>
                    <a:pt x="51851" y="17620"/>
                    <a:pt x="52180" y="17620"/>
                  </a:cubicBezTo>
                  <a:cubicBezTo>
                    <a:pt x="52561" y="17620"/>
                    <a:pt x="52935" y="17541"/>
                    <a:pt x="53185" y="17474"/>
                  </a:cubicBezTo>
                  <a:lnTo>
                    <a:pt x="54094" y="19507"/>
                  </a:lnTo>
                  <a:lnTo>
                    <a:pt x="54637" y="19557"/>
                  </a:lnTo>
                  <a:lnTo>
                    <a:pt x="55370" y="18497"/>
                  </a:lnTo>
                  <a:lnTo>
                    <a:pt x="55988" y="17322"/>
                  </a:lnTo>
                  <a:lnTo>
                    <a:pt x="57807" y="17322"/>
                  </a:lnTo>
                  <a:lnTo>
                    <a:pt x="59562" y="19784"/>
                  </a:lnTo>
                  <a:lnTo>
                    <a:pt x="60016" y="19848"/>
                  </a:lnTo>
                  <a:lnTo>
                    <a:pt x="61418" y="18762"/>
                  </a:lnTo>
                  <a:lnTo>
                    <a:pt x="62744" y="18875"/>
                  </a:lnTo>
                  <a:lnTo>
                    <a:pt x="62744" y="20403"/>
                  </a:lnTo>
                  <a:lnTo>
                    <a:pt x="63198" y="20681"/>
                  </a:lnTo>
                  <a:lnTo>
                    <a:pt x="66204" y="19103"/>
                  </a:lnTo>
                  <a:lnTo>
                    <a:pt x="66355" y="18875"/>
                  </a:lnTo>
                  <a:lnTo>
                    <a:pt x="66709" y="16451"/>
                  </a:lnTo>
                  <a:lnTo>
                    <a:pt x="66658" y="16224"/>
                  </a:lnTo>
                  <a:lnTo>
                    <a:pt x="65913" y="15150"/>
                  </a:lnTo>
                  <a:lnTo>
                    <a:pt x="67542" y="12650"/>
                  </a:lnTo>
                  <a:lnTo>
                    <a:pt x="69613" y="9961"/>
                  </a:lnTo>
                  <a:lnTo>
                    <a:pt x="69676" y="9771"/>
                  </a:lnTo>
                  <a:lnTo>
                    <a:pt x="69676" y="7877"/>
                  </a:lnTo>
                  <a:lnTo>
                    <a:pt x="71709" y="7877"/>
                  </a:lnTo>
                  <a:lnTo>
                    <a:pt x="72631" y="8004"/>
                  </a:lnTo>
                  <a:lnTo>
                    <a:pt x="72984" y="8180"/>
                  </a:lnTo>
                  <a:lnTo>
                    <a:pt x="71570" y="9493"/>
                  </a:lnTo>
                  <a:lnTo>
                    <a:pt x="70636" y="9872"/>
                  </a:lnTo>
                  <a:lnTo>
                    <a:pt x="70472" y="10024"/>
                  </a:lnTo>
                  <a:lnTo>
                    <a:pt x="68413" y="14469"/>
                  </a:lnTo>
                  <a:lnTo>
                    <a:pt x="67290" y="15693"/>
                  </a:lnTo>
                  <a:lnTo>
                    <a:pt x="67226" y="16034"/>
                  </a:lnTo>
                  <a:lnTo>
                    <a:pt x="68274" y="18408"/>
                  </a:lnTo>
                  <a:lnTo>
                    <a:pt x="68780" y="18509"/>
                  </a:lnTo>
                  <a:lnTo>
                    <a:pt x="69108" y="18206"/>
                  </a:lnTo>
                  <a:lnTo>
                    <a:pt x="69108" y="18206"/>
                  </a:lnTo>
                  <a:lnTo>
                    <a:pt x="69045" y="18522"/>
                  </a:lnTo>
                  <a:lnTo>
                    <a:pt x="69045" y="21035"/>
                  </a:lnTo>
                  <a:lnTo>
                    <a:pt x="69537" y="21287"/>
                  </a:lnTo>
                  <a:lnTo>
                    <a:pt x="70686" y="20504"/>
                  </a:lnTo>
                  <a:lnTo>
                    <a:pt x="72315" y="19254"/>
                  </a:lnTo>
                  <a:lnTo>
                    <a:pt x="73262" y="17474"/>
                  </a:lnTo>
                  <a:lnTo>
                    <a:pt x="74525" y="18534"/>
                  </a:lnTo>
                  <a:lnTo>
                    <a:pt x="74929" y="20050"/>
                  </a:lnTo>
                  <a:lnTo>
                    <a:pt x="73982" y="21742"/>
                  </a:lnTo>
                  <a:lnTo>
                    <a:pt x="73805" y="23636"/>
                  </a:lnTo>
                  <a:lnTo>
                    <a:pt x="70699" y="23636"/>
                  </a:lnTo>
                  <a:lnTo>
                    <a:pt x="69752" y="23863"/>
                  </a:lnTo>
                  <a:lnTo>
                    <a:pt x="69613" y="23951"/>
                  </a:lnTo>
                  <a:lnTo>
                    <a:pt x="68350" y="25227"/>
                  </a:lnTo>
                  <a:lnTo>
                    <a:pt x="66797" y="26704"/>
                  </a:lnTo>
                  <a:cubicBezTo>
                    <a:pt x="66721" y="26755"/>
                    <a:pt x="66368" y="26982"/>
                    <a:pt x="64701" y="27954"/>
                  </a:cubicBezTo>
                  <a:lnTo>
                    <a:pt x="64171" y="28270"/>
                  </a:lnTo>
                  <a:lnTo>
                    <a:pt x="63779" y="28510"/>
                  </a:lnTo>
                  <a:cubicBezTo>
                    <a:pt x="63602" y="28535"/>
                    <a:pt x="63299" y="28674"/>
                    <a:pt x="62668" y="28990"/>
                  </a:cubicBezTo>
                  <a:cubicBezTo>
                    <a:pt x="61443" y="29608"/>
                    <a:pt x="61216" y="29684"/>
                    <a:pt x="61178" y="29684"/>
                  </a:cubicBezTo>
                  <a:lnTo>
                    <a:pt x="61178" y="29785"/>
                  </a:lnTo>
                  <a:lnTo>
                    <a:pt x="61039" y="29684"/>
                  </a:lnTo>
                  <a:cubicBezTo>
                    <a:pt x="60938" y="29747"/>
                    <a:pt x="60875" y="29861"/>
                    <a:pt x="60862" y="29974"/>
                  </a:cubicBezTo>
                  <a:lnTo>
                    <a:pt x="60079" y="31868"/>
                  </a:lnTo>
                  <a:lnTo>
                    <a:pt x="59663" y="34381"/>
                  </a:lnTo>
                  <a:lnTo>
                    <a:pt x="59663" y="34457"/>
                  </a:lnTo>
                  <a:lnTo>
                    <a:pt x="59890" y="37222"/>
                  </a:lnTo>
                  <a:lnTo>
                    <a:pt x="60206" y="37500"/>
                  </a:lnTo>
                  <a:lnTo>
                    <a:pt x="61115" y="37500"/>
                  </a:lnTo>
                  <a:lnTo>
                    <a:pt x="62075" y="38321"/>
                  </a:lnTo>
                  <a:lnTo>
                    <a:pt x="64360" y="39685"/>
                  </a:lnTo>
                  <a:lnTo>
                    <a:pt x="66317" y="40669"/>
                  </a:lnTo>
                  <a:lnTo>
                    <a:pt x="65736" y="43195"/>
                  </a:lnTo>
                  <a:lnTo>
                    <a:pt x="65800" y="43460"/>
                  </a:lnTo>
                  <a:lnTo>
                    <a:pt x="67214" y="45278"/>
                  </a:lnTo>
                  <a:lnTo>
                    <a:pt x="67605" y="45354"/>
                  </a:lnTo>
                  <a:lnTo>
                    <a:pt x="68868" y="44723"/>
                  </a:lnTo>
                  <a:lnTo>
                    <a:pt x="69045" y="44445"/>
                  </a:lnTo>
                  <a:lnTo>
                    <a:pt x="69045" y="41516"/>
                  </a:lnTo>
                  <a:lnTo>
                    <a:pt x="70800" y="40884"/>
                  </a:lnTo>
                  <a:lnTo>
                    <a:pt x="73035" y="39028"/>
                  </a:lnTo>
                  <a:lnTo>
                    <a:pt x="73136" y="38750"/>
                  </a:lnTo>
                  <a:lnTo>
                    <a:pt x="72909" y="36414"/>
                  </a:lnTo>
                  <a:lnTo>
                    <a:pt x="72858" y="36275"/>
                  </a:lnTo>
                  <a:lnTo>
                    <a:pt x="72201" y="35253"/>
                  </a:lnTo>
                  <a:lnTo>
                    <a:pt x="73376" y="34015"/>
                  </a:lnTo>
                  <a:lnTo>
                    <a:pt x="73464" y="33800"/>
                  </a:lnTo>
                  <a:lnTo>
                    <a:pt x="73527" y="31250"/>
                  </a:lnTo>
                  <a:lnTo>
                    <a:pt x="74095" y="31199"/>
                  </a:lnTo>
                  <a:lnTo>
                    <a:pt x="76798" y="31199"/>
                  </a:lnTo>
                  <a:lnTo>
                    <a:pt x="77808" y="32247"/>
                  </a:lnTo>
                  <a:lnTo>
                    <a:pt x="77947" y="32323"/>
                  </a:lnTo>
                  <a:lnTo>
                    <a:pt x="79298" y="32702"/>
                  </a:lnTo>
                  <a:lnTo>
                    <a:pt x="78704" y="33813"/>
                  </a:lnTo>
                  <a:lnTo>
                    <a:pt x="78666" y="34015"/>
                  </a:lnTo>
                  <a:lnTo>
                    <a:pt x="78982" y="36061"/>
                  </a:lnTo>
                  <a:lnTo>
                    <a:pt x="79235" y="36326"/>
                  </a:lnTo>
                  <a:lnTo>
                    <a:pt x="81129" y="36730"/>
                  </a:lnTo>
                  <a:lnTo>
                    <a:pt x="81419" y="36629"/>
                  </a:lnTo>
                  <a:lnTo>
                    <a:pt x="82998" y="34861"/>
                  </a:lnTo>
                  <a:lnTo>
                    <a:pt x="83402" y="38523"/>
                  </a:lnTo>
                  <a:lnTo>
                    <a:pt x="83793" y="40657"/>
                  </a:lnTo>
                  <a:lnTo>
                    <a:pt x="83894" y="40834"/>
                  </a:lnTo>
                  <a:lnTo>
                    <a:pt x="85902" y="42715"/>
                  </a:lnTo>
                  <a:cubicBezTo>
                    <a:pt x="86558" y="43864"/>
                    <a:pt x="87253" y="45127"/>
                    <a:pt x="87455" y="45569"/>
                  </a:cubicBezTo>
                  <a:cubicBezTo>
                    <a:pt x="87152" y="45821"/>
                    <a:pt x="86369" y="46415"/>
                    <a:pt x="85687" y="46932"/>
                  </a:cubicBezTo>
                  <a:lnTo>
                    <a:pt x="83162" y="48385"/>
                  </a:lnTo>
                  <a:lnTo>
                    <a:pt x="81028" y="48220"/>
                  </a:lnTo>
                  <a:lnTo>
                    <a:pt x="78654" y="48220"/>
                  </a:lnTo>
                  <a:lnTo>
                    <a:pt x="78515" y="48258"/>
                  </a:lnTo>
                  <a:lnTo>
                    <a:pt x="76065" y="49521"/>
                  </a:lnTo>
                  <a:lnTo>
                    <a:pt x="76343" y="50089"/>
                  </a:lnTo>
                  <a:lnTo>
                    <a:pt x="77934" y="49369"/>
                  </a:lnTo>
                  <a:lnTo>
                    <a:pt x="78502" y="49685"/>
                  </a:lnTo>
                  <a:lnTo>
                    <a:pt x="78502" y="50834"/>
                  </a:lnTo>
                  <a:lnTo>
                    <a:pt x="79235" y="52539"/>
                  </a:lnTo>
                  <a:lnTo>
                    <a:pt x="79550" y="52728"/>
                  </a:lnTo>
                  <a:lnTo>
                    <a:pt x="82556" y="52514"/>
                  </a:lnTo>
                  <a:lnTo>
                    <a:pt x="82934" y="52930"/>
                  </a:lnTo>
                  <a:lnTo>
                    <a:pt x="79828" y="54231"/>
                  </a:lnTo>
                  <a:lnTo>
                    <a:pt x="78048" y="55355"/>
                  </a:lnTo>
                  <a:lnTo>
                    <a:pt x="77113" y="53890"/>
                  </a:lnTo>
                  <a:lnTo>
                    <a:pt x="76671" y="53802"/>
                  </a:lnTo>
                  <a:lnTo>
                    <a:pt x="74146" y="55456"/>
                  </a:lnTo>
                  <a:lnTo>
                    <a:pt x="74032" y="55607"/>
                  </a:lnTo>
                  <a:lnTo>
                    <a:pt x="73237" y="57691"/>
                  </a:lnTo>
                  <a:lnTo>
                    <a:pt x="71797" y="57691"/>
                  </a:lnTo>
                  <a:lnTo>
                    <a:pt x="71583" y="57779"/>
                  </a:lnTo>
                  <a:lnTo>
                    <a:pt x="68982" y="60330"/>
                  </a:lnTo>
                  <a:lnTo>
                    <a:pt x="68136" y="62426"/>
                  </a:lnTo>
                  <a:lnTo>
                    <a:pt x="66671" y="64888"/>
                  </a:lnTo>
                  <a:lnTo>
                    <a:pt x="63741" y="66908"/>
                  </a:lnTo>
                  <a:lnTo>
                    <a:pt x="63640" y="67009"/>
                  </a:lnTo>
                  <a:lnTo>
                    <a:pt x="62618" y="68916"/>
                  </a:lnTo>
                  <a:lnTo>
                    <a:pt x="62580" y="69068"/>
                  </a:lnTo>
                  <a:lnTo>
                    <a:pt x="62731" y="72767"/>
                  </a:lnTo>
                  <a:lnTo>
                    <a:pt x="62491" y="74043"/>
                  </a:lnTo>
                  <a:lnTo>
                    <a:pt x="61620" y="72717"/>
                  </a:lnTo>
                  <a:lnTo>
                    <a:pt x="61393" y="70823"/>
                  </a:lnTo>
                  <a:lnTo>
                    <a:pt x="61178" y="70558"/>
                  </a:lnTo>
                  <a:lnTo>
                    <a:pt x="58413" y="69686"/>
                  </a:lnTo>
                  <a:lnTo>
                    <a:pt x="56190" y="69674"/>
                  </a:lnTo>
                  <a:lnTo>
                    <a:pt x="55913" y="69838"/>
                  </a:lnTo>
                  <a:lnTo>
                    <a:pt x="55471" y="70684"/>
                  </a:lnTo>
                  <a:lnTo>
                    <a:pt x="54423" y="69838"/>
                  </a:lnTo>
                  <a:lnTo>
                    <a:pt x="54183" y="69762"/>
                  </a:lnTo>
                  <a:lnTo>
                    <a:pt x="51266" y="70166"/>
                  </a:lnTo>
                  <a:lnTo>
                    <a:pt x="51114" y="70229"/>
                  </a:lnTo>
                  <a:lnTo>
                    <a:pt x="48362" y="72287"/>
                  </a:lnTo>
                  <a:lnTo>
                    <a:pt x="48248" y="72452"/>
                  </a:lnTo>
                  <a:lnTo>
                    <a:pt x="47377" y="75381"/>
                  </a:lnTo>
                  <a:lnTo>
                    <a:pt x="47377" y="75507"/>
                  </a:lnTo>
                  <a:lnTo>
                    <a:pt x="47768" y="79093"/>
                  </a:lnTo>
                  <a:lnTo>
                    <a:pt x="47819" y="79245"/>
                  </a:lnTo>
                  <a:lnTo>
                    <a:pt x="49801" y="81934"/>
                  </a:lnTo>
                  <a:lnTo>
                    <a:pt x="50155" y="82048"/>
                  </a:lnTo>
                  <a:lnTo>
                    <a:pt x="52832" y="81101"/>
                  </a:lnTo>
                  <a:lnTo>
                    <a:pt x="52996" y="80962"/>
                  </a:lnTo>
                  <a:lnTo>
                    <a:pt x="54082" y="79144"/>
                  </a:lnTo>
                  <a:lnTo>
                    <a:pt x="56304" y="79144"/>
                  </a:lnTo>
                  <a:lnTo>
                    <a:pt x="56203" y="79876"/>
                  </a:lnTo>
                  <a:lnTo>
                    <a:pt x="55496" y="81240"/>
                  </a:lnTo>
                  <a:lnTo>
                    <a:pt x="54789" y="83210"/>
                  </a:lnTo>
                  <a:lnTo>
                    <a:pt x="55054" y="83639"/>
                  </a:lnTo>
                  <a:lnTo>
                    <a:pt x="57516" y="83930"/>
                  </a:lnTo>
                  <a:lnTo>
                    <a:pt x="59095" y="84460"/>
                  </a:lnTo>
                  <a:lnTo>
                    <a:pt x="58413" y="86202"/>
                  </a:lnTo>
                  <a:lnTo>
                    <a:pt x="58425" y="86455"/>
                  </a:lnTo>
                  <a:lnTo>
                    <a:pt x="59688" y="89056"/>
                  </a:lnTo>
                  <a:lnTo>
                    <a:pt x="59840" y="89195"/>
                  </a:lnTo>
                  <a:lnTo>
                    <a:pt x="61569" y="90066"/>
                  </a:lnTo>
                  <a:lnTo>
                    <a:pt x="61809" y="90079"/>
                  </a:lnTo>
                  <a:lnTo>
                    <a:pt x="63388" y="89586"/>
                  </a:lnTo>
                  <a:lnTo>
                    <a:pt x="64827" y="90735"/>
                  </a:lnTo>
                  <a:lnTo>
                    <a:pt x="65320" y="90597"/>
                  </a:lnTo>
                  <a:cubicBezTo>
                    <a:pt x="65345" y="90546"/>
                    <a:pt x="65749" y="89397"/>
                    <a:pt x="65863" y="88980"/>
                  </a:cubicBezTo>
                  <a:cubicBezTo>
                    <a:pt x="66166" y="88766"/>
                    <a:pt x="67656" y="88261"/>
                    <a:pt x="68944" y="87882"/>
                  </a:cubicBezTo>
                  <a:lnTo>
                    <a:pt x="71696" y="87806"/>
                  </a:lnTo>
                  <a:lnTo>
                    <a:pt x="74222" y="88437"/>
                  </a:lnTo>
                  <a:lnTo>
                    <a:pt x="76596" y="88665"/>
                  </a:lnTo>
                  <a:lnTo>
                    <a:pt x="78553" y="89788"/>
                  </a:lnTo>
                  <a:lnTo>
                    <a:pt x="80813" y="91973"/>
                  </a:lnTo>
                  <a:lnTo>
                    <a:pt x="81002" y="92061"/>
                  </a:lnTo>
                  <a:lnTo>
                    <a:pt x="83174" y="92289"/>
                  </a:lnTo>
                  <a:lnTo>
                    <a:pt x="86432" y="93362"/>
                  </a:lnTo>
                  <a:lnTo>
                    <a:pt x="87846" y="95370"/>
                  </a:lnTo>
                  <a:lnTo>
                    <a:pt x="89021" y="98097"/>
                  </a:lnTo>
                  <a:lnTo>
                    <a:pt x="89185" y="98274"/>
                  </a:lnTo>
                  <a:lnTo>
                    <a:pt x="91470" y="99221"/>
                  </a:lnTo>
                  <a:lnTo>
                    <a:pt x="93529" y="100016"/>
                  </a:lnTo>
                  <a:lnTo>
                    <a:pt x="95448" y="100345"/>
                  </a:lnTo>
                  <a:lnTo>
                    <a:pt x="98655" y="101595"/>
                  </a:lnTo>
                  <a:cubicBezTo>
                    <a:pt x="100625" y="102365"/>
                    <a:pt x="101092" y="102655"/>
                    <a:pt x="101193" y="102731"/>
                  </a:cubicBezTo>
                  <a:lnTo>
                    <a:pt x="101168" y="102782"/>
                  </a:lnTo>
                  <a:lnTo>
                    <a:pt x="102115" y="104524"/>
                  </a:lnTo>
                  <a:lnTo>
                    <a:pt x="101130" y="106305"/>
                  </a:lnTo>
                  <a:lnTo>
                    <a:pt x="99312" y="108590"/>
                  </a:lnTo>
                  <a:lnTo>
                    <a:pt x="99249" y="108716"/>
                  </a:lnTo>
                  <a:lnTo>
                    <a:pt x="98857" y="110673"/>
                  </a:lnTo>
                  <a:lnTo>
                    <a:pt x="97986" y="113855"/>
                  </a:lnTo>
                  <a:lnTo>
                    <a:pt x="97456" y="117492"/>
                  </a:lnTo>
                  <a:lnTo>
                    <a:pt x="96256" y="118199"/>
                  </a:lnTo>
                  <a:lnTo>
                    <a:pt x="93541" y="119639"/>
                  </a:lnTo>
                  <a:lnTo>
                    <a:pt x="91016" y="121369"/>
                  </a:lnTo>
                  <a:lnTo>
                    <a:pt x="90889" y="121583"/>
                  </a:lnTo>
                  <a:lnTo>
                    <a:pt x="90422" y="124260"/>
                  </a:lnTo>
                  <a:lnTo>
                    <a:pt x="89096" y="126192"/>
                  </a:lnTo>
                  <a:lnTo>
                    <a:pt x="87682" y="128604"/>
                  </a:lnTo>
                  <a:lnTo>
                    <a:pt x="86205" y="130031"/>
                  </a:lnTo>
                  <a:lnTo>
                    <a:pt x="83679" y="129589"/>
                  </a:lnTo>
                  <a:lnTo>
                    <a:pt x="83313" y="129930"/>
                  </a:lnTo>
                  <a:lnTo>
                    <a:pt x="83389" y="130889"/>
                  </a:lnTo>
                  <a:lnTo>
                    <a:pt x="83553" y="132114"/>
                  </a:lnTo>
                  <a:lnTo>
                    <a:pt x="83553" y="134008"/>
                  </a:lnTo>
                  <a:lnTo>
                    <a:pt x="81886" y="134412"/>
                  </a:lnTo>
                  <a:lnTo>
                    <a:pt x="79992" y="134968"/>
                  </a:lnTo>
                  <a:lnTo>
                    <a:pt x="79765" y="135271"/>
                  </a:lnTo>
                  <a:lnTo>
                    <a:pt x="79765" y="135801"/>
                  </a:lnTo>
                  <a:lnTo>
                    <a:pt x="79702" y="137039"/>
                  </a:lnTo>
                  <a:lnTo>
                    <a:pt x="78616" y="136912"/>
                  </a:lnTo>
                  <a:lnTo>
                    <a:pt x="78262" y="137215"/>
                  </a:lnTo>
                  <a:lnTo>
                    <a:pt x="78187" y="138314"/>
                  </a:lnTo>
                  <a:lnTo>
                    <a:pt x="78212" y="138465"/>
                  </a:lnTo>
                  <a:lnTo>
                    <a:pt x="78730" y="139640"/>
                  </a:lnTo>
                  <a:lnTo>
                    <a:pt x="78376" y="141622"/>
                  </a:lnTo>
                  <a:lnTo>
                    <a:pt x="77694" y="142102"/>
                  </a:lnTo>
                  <a:lnTo>
                    <a:pt x="77593" y="142216"/>
                  </a:lnTo>
                  <a:lnTo>
                    <a:pt x="76722" y="143882"/>
                  </a:lnTo>
                  <a:lnTo>
                    <a:pt x="76823" y="144274"/>
                  </a:lnTo>
                  <a:lnTo>
                    <a:pt x="78300" y="145335"/>
                  </a:lnTo>
                  <a:lnTo>
                    <a:pt x="78060" y="146105"/>
                  </a:lnTo>
                  <a:cubicBezTo>
                    <a:pt x="77997" y="146181"/>
                    <a:pt x="77757" y="146484"/>
                    <a:pt x="76924" y="147481"/>
                  </a:cubicBezTo>
                  <a:cubicBezTo>
                    <a:pt x="76444" y="148062"/>
                    <a:pt x="76255" y="148592"/>
                    <a:pt x="76381" y="149059"/>
                  </a:cubicBezTo>
                  <a:cubicBezTo>
                    <a:pt x="76469" y="149388"/>
                    <a:pt x="76697" y="149678"/>
                    <a:pt x="77000" y="149842"/>
                  </a:cubicBezTo>
                  <a:lnTo>
                    <a:pt x="78136" y="152646"/>
                  </a:lnTo>
                  <a:lnTo>
                    <a:pt x="78275" y="152810"/>
                  </a:lnTo>
                  <a:lnTo>
                    <a:pt x="81167" y="154363"/>
                  </a:lnTo>
                  <a:lnTo>
                    <a:pt x="80245" y="155449"/>
                  </a:lnTo>
                  <a:lnTo>
                    <a:pt x="77492" y="155449"/>
                  </a:lnTo>
                  <a:lnTo>
                    <a:pt x="75889" y="154401"/>
                  </a:lnTo>
                  <a:lnTo>
                    <a:pt x="73628" y="151130"/>
                  </a:lnTo>
                  <a:lnTo>
                    <a:pt x="72429" y="147443"/>
                  </a:lnTo>
                  <a:lnTo>
                    <a:pt x="72113" y="145625"/>
                  </a:lnTo>
                  <a:lnTo>
                    <a:pt x="70825" y="143605"/>
                  </a:lnTo>
                  <a:lnTo>
                    <a:pt x="72568" y="139577"/>
                  </a:lnTo>
                  <a:lnTo>
                    <a:pt x="72454" y="139198"/>
                  </a:lnTo>
                  <a:lnTo>
                    <a:pt x="71242" y="138327"/>
                  </a:lnTo>
                  <a:lnTo>
                    <a:pt x="71014" y="135523"/>
                  </a:lnTo>
                  <a:lnTo>
                    <a:pt x="71090" y="133112"/>
                  </a:lnTo>
                  <a:lnTo>
                    <a:pt x="71873" y="129993"/>
                  </a:lnTo>
                  <a:lnTo>
                    <a:pt x="71886" y="129892"/>
                  </a:lnTo>
                  <a:lnTo>
                    <a:pt x="71722" y="127884"/>
                  </a:lnTo>
                  <a:lnTo>
                    <a:pt x="71962" y="123907"/>
                  </a:lnTo>
                  <a:lnTo>
                    <a:pt x="71722" y="120030"/>
                  </a:lnTo>
                  <a:lnTo>
                    <a:pt x="71242" y="115295"/>
                  </a:lnTo>
                  <a:lnTo>
                    <a:pt x="71191" y="115131"/>
                  </a:lnTo>
                  <a:lnTo>
                    <a:pt x="69929" y="113401"/>
                  </a:lnTo>
                  <a:lnTo>
                    <a:pt x="67921" y="112252"/>
                  </a:lnTo>
                  <a:lnTo>
                    <a:pt x="65837" y="109007"/>
                  </a:lnTo>
                  <a:lnTo>
                    <a:pt x="63678" y="105724"/>
                  </a:lnTo>
                  <a:lnTo>
                    <a:pt x="61367" y="103274"/>
                  </a:lnTo>
                  <a:lnTo>
                    <a:pt x="61772" y="102277"/>
                  </a:lnTo>
                  <a:lnTo>
                    <a:pt x="62024" y="100029"/>
                  </a:lnTo>
                  <a:lnTo>
                    <a:pt x="62782" y="97832"/>
                  </a:lnTo>
                  <a:lnTo>
                    <a:pt x="64246" y="96051"/>
                  </a:lnTo>
                  <a:lnTo>
                    <a:pt x="64322" y="95887"/>
                  </a:lnTo>
                  <a:lnTo>
                    <a:pt x="64638" y="92415"/>
                  </a:lnTo>
                  <a:lnTo>
                    <a:pt x="64562" y="92175"/>
                  </a:lnTo>
                  <a:lnTo>
                    <a:pt x="62971" y="90369"/>
                  </a:lnTo>
                  <a:lnTo>
                    <a:pt x="62529" y="90344"/>
                  </a:lnTo>
                  <a:lnTo>
                    <a:pt x="61431" y="91304"/>
                  </a:lnTo>
                  <a:lnTo>
                    <a:pt x="59145" y="90091"/>
                  </a:lnTo>
                  <a:lnTo>
                    <a:pt x="55799" y="86341"/>
                  </a:lnTo>
                  <a:lnTo>
                    <a:pt x="55622" y="86253"/>
                  </a:lnTo>
                  <a:lnTo>
                    <a:pt x="52781" y="85634"/>
                  </a:lnTo>
                  <a:lnTo>
                    <a:pt x="50243" y="83626"/>
                  </a:lnTo>
                  <a:lnTo>
                    <a:pt x="49877" y="83614"/>
                  </a:lnTo>
                  <a:lnTo>
                    <a:pt x="49157" y="84068"/>
                  </a:lnTo>
                  <a:lnTo>
                    <a:pt x="46430" y="82629"/>
                  </a:lnTo>
                  <a:lnTo>
                    <a:pt x="42566" y="81467"/>
                  </a:lnTo>
                  <a:lnTo>
                    <a:pt x="41051" y="79801"/>
                  </a:lnTo>
                  <a:lnTo>
                    <a:pt x="40899" y="77629"/>
                  </a:lnTo>
                  <a:lnTo>
                    <a:pt x="40861" y="77490"/>
                  </a:lnTo>
                  <a:lnTo>
                    <a:pt x="38803" y="73942"/>
                  </a:lnTo>
                  <a:lnTo>
                    <a:pt x="36606" y="71858"/>
                  </a:lnTo>
                  <a:lnTo>
                    <a:pt x="35760" y="68739"/>
                  </a:lnTo>
                  <a:lnTo>
                    <a:pt x="34282" y="66959"/>
                  </a:lnTo>
                  <a:lnTo>
                    <a:pt x="33727" y="67199"/>
                  </a:lnTo>
                  <a:lnTo>
                    <a:pt x="34358" y="71694"/>
                  </a:lnTo>
                  <a:lnTo>
                    <a:pt x="34421" y="71858"/>
                  </a:lnTo>
                  <a:lnTo>
                    <a:pt x="35873" y="73689"/>
                  </a:lnTo>
                  <a:lnTo>
                    <a:pt x="36240" y="75722"/>
                  </a:lnTo>
                  <a:lnTo>
                    <a:pt x="36240" y="75722"/>
                  </a:lnTo>
                  <a:lnTo>
                    <a:pt x="34484" y="73866"/>
                  </a:lnTo>
                  <a:lnTo>
                    <a:pt x="33070" y="68878"/>
                  </a:lnTo>
                  <a:lnTo>
                    <a:pt x="31808" y="65406"/>
                  </a:lnTo>
                  <a:lnTo>
                    <a:pt x="31694" y="65242"/>
                  </a:lnTo>
                  <a:lnTo>
                    <a:pt x="30014" y="64093"/>
                  </a:lnTo>
                  <a:lnTo>
                    <a:pt x="28360" y="61454"/>
                  </a:lnTo>
                  <a:lnTo>
                    <a:pt x="28045" y="57097"/>
                  </a:lnTo>
                  <a:lnTo>
                    <a:pt x="28512" y="52817"/>
                  </a:lnTo>
                  <a:lnTo>
                    <a:pt x="29749" y="50354"/>
                  </a:lnTo>
                  <a:lnTo>
                    <a:pt x="30014" y="47627"/>
                  </a:lnTo>
                  <a:lnTo>
                    <a:pt x="29989" y="47475"/>
                  </a:lnTo>
                  <a:lnTo>
                    <a:pt x="28310" y="43776"/>
                  </a:lnTo>
                  <a:lnTo>
                    <a:pt x="28449" y="42841"/>
                  </a:lnTo>
                  <a:lnTo>
                    <a:pt x="30419" y="44079"/>
                  </a:lnTo>
                  <a:lnTo>
                    <a:pt x="30873" y="43700"/>
                  </a:lnTo>
                  <a:lnTo>
                    <a:pt x="29623" y="40733"/>
                  </a:lnTo>
                  <a:lnTo>
                    <a:pt x="28916" y="36364"/>
                  </a:lnTo>
                  <a:lnTo>
                    <a:pt x="28411" y="36174"/>
                  </a:lnTo>
                  <a:lnTo>
                    <a:pt x="27300" y="37109"/>
                  </a:lnTo>
                  <a:lnTo>
                    <a:pt x="27211" y="37260"/>
                  </a:lnTo>
                  <a:lnTo>
                    <a:pt x="26517" y="39432"/>
                  </a:lnTo>
                  <a:lnTo>
                    <a:pt x="26100" y="38435"/>
                  </a:lnTo>
                  <a:lnTo>
                    <a:pt x="26630" y="36477"/>
                  </a:lnTo>
                  <a:lnTo>
                    <a:pt x="27262" y="33472"/>
                  </a:lnTo>
                  <a:lnTo>
                    <a:pt x="27262" y="33358"/>
                  </a:lnTo>
                  <a:lnTo>
                    <a:pt x="26555" y="29330"/>
                  </a:lnTo>
                  <a:lnTo>
                    <a:pt x="25027" y="26477"/>
                  </a:lnTo>
                  <a:lnTo>
                    <a:pt x="24901" y="26363"/>
                  </a:lnTo>
                  <a:cubicBezTo>
                    <a:pt x="21319" y="24236"/>
                    <a:pt x="20275" y="23768"/>
                    <a:pt x="19914" y="23768"/>
                  </a:cubicBezTo>
                  <a:cubicBezTo>
                    <a:pt x="19779" y="23768"/>
                    <a:pt x="19739" y="23832"/>
                    <a:pt x="19698" y="23901"/>
                  </a:cubicBezTo>
                  <a:cubicBezTo>
                    <a:pt x="19521" y="24040"/>
                    <a:pt x="18322" y="24444"/>
                    <a:pt x="17337" y="24747"/>
                  </a:cubicBezTo>
                  <a:lnTo>
                    <a:pt x="16112" y="24999"/>
                  </a:lnTo>
                  <a:lnTo>
                    <a:pt x="17299" y="22840"/>
                  </a:lnTo>
                  <a:lnTo>
                    <a:pt x="16832" y="22436"/>
                  </a:lnTo>
                  <a:lnTo>
                    <a:pt x="14370" y="24191"/>
                  </a:lnTo>
                  <a:lnTo>
                    <a:pt x="12362" y="25959"/>
                  </a:lnTo>
                  <a:lnTo>
                    <a:pt x="10127" y="28573"/>
                  </a:lnTo>
                  <a:lnTo>
                    <a:pt x="4394" y="30896"/>
                  </a:lnTo>
                  <a:lnTo>
                    <a:pt x="2134" y="31262"/>
                  </a:lnTo>
                  <a:lnTo>
                    <a:pt x="3132" y="30770"/>
                  </a:lnTo>
                  <a:cubicBezTo>
                    <a:pt x="8687" y="27702"/>
                    <a:pt x="8763" y="27399"/>
                    <a:pt x="8801" y="27247"/>
                  </a:cubicBezTo>
                  <a:cubicBezTo>
                    <a:pt x="8852" y="27058"/>
                    <a:pt x="9432" y="26224"/>
                    <a:pt x="9937" y="25555"/>
                  </a:cubicBezTo>
                  <a:lnTo>
                    <a:pt x="9887" y="25126"/>
                  </a:lnTo>
                  <a:lnTo>
                    <a:pt x="8018" y="23573"/>
                  </a:lnTo>
                  <a:lnTo>
                    <a:pt x="6882" y="22373"/>
                  </a:lnTo>
                  <a:lnTo>
                    <a:pt x="6389" y="20454"/>
                  </a:lnTo>
                  <a:lnTo>
                    <a:pt x="7702" y="18396"/>
                  </a:lnTo>
                  <a:lnTo>
                    <a:pt x="9584" y="16034"/>
                  </a:lnTo>
                  <a:lnTo>
                    <a:pt x="12425" y="15466"/>
                  </a:lnTo>
                  <a:lnTo>
                    <a:pt x="12602" y="15365"/>
                  </a:lnTo>
                  <a:lnTo>
                    <a:pt x="14256" y="13332"/>
                  </a:lnTo>
                  <a:lnTo>
                    <a:pt x="13991" y="12814"/>
                  </a:lnTo>
                  <a:lnTo>
                    <a:pt x="12059" y="12979"/>
                  </a:lnTo>
                  <a:lnTo>
                    <a:pt x="9761" y="12625"/>
                  </a:lnTo>
                  <a:lnTo>
                    <a:pt x="9761" y="11943"/>
                  </a:lnTo>
                  <a:lnTo>
                    <a:pt x="10405" y="10579"/>
                  </a:lnTo>
                  <a:lnTo>
                    <a:pt x="12753" y="9531"/>
                  </a:lnTo>
                  <a:lnTo>
                    <a:pt x="13347" y="9999"/>
                  </a:lnTo>
                  <a:lnTo>
                    <a:pt x="15582" y="10655"/>
                  </a:lnTo>
                  <a:lnTo>
                    <a:pt x="15986" y="10302"/>
                  </a:lnTo>
                  <a:lnTo>
                    <a:pt x="15733" y="8572"/>
                  </a:lnTo>
                  <a:lnTo>
                    <a:pt x="14799" y="5301"/>
                  </a:lnTo>
                  <a:lnTo>
                    <a:pt x="14799" y="4582"/>
                  </a:lnTo>
                  <a:lnTo>
                    <a:pt x="16996" y="3268"/>
                  </a:lnTo>
                  <a:cubicBezTo>
                    <a:pt x="17249" y="3167"/>
                    <a:pt x="17943" y="2814"/>
                    <a:pt x="20178" y="1387"/>
                  </a:cubicBezTo>
                  <a:cubicBezTo>
                    <a:pt x="21117" y="797"/>
                    <a:pt x="21746" y="618"/>
                    <a:pt x="22159" y="618"/>
                  </a:cubicBezTo>
                  <a:close/>
                  <a:moveTo>
                    <a:pt x="22164" y="0"/>
                  </a:moveTo>
                  <a:cubicBezTo>
                    <a:pt x="21532" y="0"/>
                    <a:pt x="20754" y="291"/>
                    <a:pt x="19837" y="869"/>
                  </a:cubicBezTo>
                  <a:cubicBezTo>
                    <a:pt x="17274" y="2498"/>
                    <a:pt x="16819" y="2675"/>
                    <a:pt x="16781" y="2688"/>
                  </a:cubicBezTo>
                  <a:lnTo>
                    <a:pt x="14332" y="4127"/>
                  </a:lnTo>
                  <a:lnTo>
                    <a:pt x="14180" y="4392"/>
                  </a:lnTo>
                  <a:lnTo>
                    <a:pt x="14180" y="5339"/>
                  </a:lnTo>
                  <a:lnTo>
                    <a:pt x="15127" y="8698"/>
                  </a:lnTo>
                  <a:lnTo>
                    <a:pt x="15291" y="9923"/>
                  </a:lnTo>
                  <a:lnTo>
                    <a:pt x="13688" y="9468"/>
                  </a:lnTo>
                  <a:lnTo>
                    <a:pt x="12993" y="8925"/>
                  </a:lnTo>
                  <a:lnTo>
                    <a:pt x="12665" y="8875"/>
                  </a:lnTo>
                  <a:lnTo>
                    <a:pt x="10051" y="10062"/>
                  </a:lnTo>
                  <a:lnTo>
                    <a:pt x="9887" y="10213"/>
                  </a:lnTo>
                  <a:lnTo>
                    <a:pt x="9155" y="11754"/>
                  </a:lnTo>
                  <a:lnTo>
                    <a:pt x="9129" y="12915"/>
                  </a:lnTo>
                  <a:lnTo>
                    <a:pt x="9395" y="13231"/>
                  </a:lnTo>
                  <a:lnTo>
                    <a:pt x="11983" y="13623"/>
                  </a:lnTo>
                  <a:lnTo>
                    <a:pt x="12059" y="13623"/>
                  </a:lnTo>
                  <a:lnTo>
                    <a:pt x="13284" y="13521"/>
                  </a:lnTo>
                  <a:lnTo>
                    <a:pt x="12185" y="14873"/>
                  </a:lnTo>
                  <a:lnTo>
                    <a:pt x="9344" y="15441"/>
                  </a:lnTo>
                  <a:lnTo>
                    <a:pt x="9155" y="15554"/>
                  </a:lnTo>
                  <a:lnTo>
                    <a:pt x="7185" y="18029"/>
                  </a:lnTo>
                  <a:lnTo>
                    <a:pt x="5771" y="20239"/>
                  </a:lnTo>
                  <a:lnTo>
                    <a:pt x="5733" y="20479"/>
                  </a:lnTo>
                  <a:lnTo>
                    <a:pt x="6288" y="22613"/>
                  </a:lnTo>
                  <a:lnTo>
                    <a:pt x="6364" y="22752"/>
                  </a:lnTo>
                  <a:lnTo>
                    <a:pt x="7576" y="24040"/>
                  </a:lnTo>
                  <a:lnTo>
                    <a:pt x="9243" y="25416"/>
                  </a:lnTo>
                  <a:cubicBezTo>
                    <a:pt x="8877" y="25909"/>
                    <a:pt x="8334" y="26679"/>
                    <a:pt x="8208" y="27032"/>
                  </a:cubicBezTo>
                  <a:cubicBezTo>
                    <a:pt x="7841" y="27386"/>
                    <a:pt x="4874" y="29091"/>
                    <a:pt x="2841" y="30214"/>
                  </a:cubicBezTo>
                  <a:lnTo>
                    <a:pt x="0" y="31629"/>
                  </a:lnTo>
                  <a:lnTo>
                    <a:pt x="189" y="32222"/>
                  </a:lnTo>
                  <a:lnTo>
                    <a:pt x="4533" y="31515"/>
                  </a:lnTo>
                  <a:lnTo>
                    <a:pt x="10430" y="29128"/>
                  </a:lnTo>
                  <a:lnTo>
                    <a:pt x="10556" y="29040"/>
                  </a:lnTo>
                  <a:lnTo>
                    <a:pt x="12804" y="26388"/>
                  </a:lnTo>
                  <a:lnTo>
                    <a:pt x="14748" y="24684"/>
                  </a:lnTo>
                  <a:lnTo>
                    <a:pt x="16087" y="23737"/>
                  </a:lnTo>
                  <a:lnTo>
                    <a:pt x="15241" y="25302"/>
                  </a:lnTo>
                  <a:lnTo>
                    <a:pt x="15582" y="25757"/>
                  </a:lnTo>
                  <a:lnTo>
                    <a:pt x="17488" y="25366"/>
                  </a:lnTo>
                  <a:cubicBezTo>
                    <a:pt x="19180" y="24861"/>
                    <a:pt x="19787" y="24595"/>
                    <a:pt x="20026" y="24431"/>
                  </a:cubicBezTo>
                  <a:cubicBezTo>
                    <a:pt x="20544" y="24595"/>
                    <a:pt x="22628" y="25757"/>
                    <a:pt x="24496" y="26868"/>
                  </a:cubicBezTo>
                  <a:lnTo>
                    <a:pt x="25936" y="29507"/>
                  </a:lnTo>
                  <a:lnTo>
                    <a:pt x="26618" y="33409"/>
                  </a:lnTo>
                  <a:lnTo>
                    <a:pt x="26012" y="36338"/>
                  </a:lnTo>
                  <a:lnTo>
                    <a:pt x="25456" y="38384"/>
                  </a:lnTo>
                  <a:lnTo>
                    <a:pt x="25469" y="38586"/>
                  </a:lnTo>
                  <a:lnTo>
                    <a:pt x="26264" y="40480"/>
                  </a:lnTo>
                  <a:lnTo>
                    <a:pt x="26858" y="40455"/>
                  </a:lnTo>
                  <a:lnTo>
                    <a:pt x="27767" y="37538"/>
                  </a:lnTo>
                  <a:lnTo>
                    <a:pt x="28373" y="37033"/>
                  </a:lnTo>
                  <a:lnTo>
                    <a:pt x="29004" y="40884"/>
                  </a:lnTo>
                  <a:lnTo>
                    <a:pt x="29888" y="43018"/>
                  </a:lnTo>
                  <a:lnTo>
                    <a:pt x="28360" y="42058"/>
                  </a:lnTo>
                  <a:lnTo>
                    <a:pt x="27893" y="42273"/>
                  </a:lnTo>
                  <a:lnTo>
                    <a:pt x="27653" y="43763"/>
                  </a:lnTo>
                  <a:lnTo>
                    <a:pt x="27678" y="43953"/>
                  </a:lnTo>
                  <a:lnTo>
                    <a:pt x="29383" y="47652"/>
                  </a:lnTo>
                  <a:lnTo>
                    <a:pt x="29156" y="50114"/>
                  </a:lnTo>
                  <a:lnTo>
                    <a:pt x="27918" y="52589"/>
                  </a:lnTo>
                  <a:lnTo>
                    <a:pt x="27413" y="57085"/>
                  </a:lnTo>
                  <a:lnTo>
                    <a:pt x="27729" y="61580"/>
                  </a:lnTo>
                  <a:lnTo>
                    <a:pt x="27779" y="61719"/>
                  </a:lnTo>
                  <a:lnTo>
                    <a:pt x="29522" y="64484"/>
                  </a:lnTo>
                  <a:lnTo>
                    <a:pt x="31252" y="65696"/>
                  </a:lnTo>
                  <a:lnTo>
                    <a:pt x="32464" y="69030"/>
                  </a:lnTo>
                  <a:lnTo>
                    <a:pt x="33891" y="74080"/>
                  </a:lnTo>
                  <a:lnTo>
                    <a:pt x="33967" y="74219"/>
                  </a:lnTo>
                  <a:lnTo>
                    <a:pt x="36505" y="76896"/>
                  </a:lnTo>
                  <a:lnTo>
                    <a:pt x="37048" y="76631"/>
                  </a:lnTo>
                  <a:lnTo>
                    <a:pt x="36467" y="73474"/>
                  </a:lnTo>
                  <a:lnTo>
                    <a:pt x="36404" y="73335"/>
                  </a:lnTo>
                  <a:lnTo>
                    <a:pt x="34964" y="71505"/>
                  </a:lnTo>
                  <a:lnTo>
                    <a:pt x="34484" y="68171"/>
                  </a:lnTo>
                  <a:lnTo>
                    <a:pt x="34484" y="68171"/>
                  </a:lnTo>
                  <a:lnTo>
                    <a:pt x="35166" y="68954"/>
                  </a:lnTo>
                  <a:lnTo>
                    <a:pt x="36012" y="72098"/>
                  </a:lnTo>
                  <a:lnTo>
                    <a:pt x="36101" y="72237"/>
                  </a:lnTo>
                  <a:lnTo>
                    <a:pt x="38273" y="74295"/>
                  </a:lnTo>
                  <a:lnTo>
                    <a:pt x="40268" y="77730"/>
                  </a:lnTo>
                  <a:lnTo>
                    <a:pt x="40419" y="79939"/>
                  </a:lnTo>
                  <a:lnTo>
                    <a:pt x="40508" y="80141"/>
                  </a:lnTo>
                  <a:lnTo>
                    <a:pt x="42162" y="81947"/>
                  </a:lnTo>
                  <a:lnTo>
                    <a:pt x="42301" y="82035"/>
                  </a:lnTo>
                  <a:lnTo>
                    <a:pt x="46202" y="83197"/>
                  </a:lnTo>
                  <a:lnTo>
                    <a:pt x="49043" y="84700"/>
                  </a:lnTo>
                  <a:lnTo>
                    <a:pt x="49359" y="84687"/>
                  </a:lnTo>
                  <a:lnTo>
                    <a:pt x="50028" y="84245"/>
                  </a:lnTo>
                  <a:lnTo>
                    <a:pt x="52453" y="86165"/>
                  </a:lnTo>
                  <a:lnTo>
                    <a:pt x="52592" y="86228"/>
                  </a:lnTo>
                  <a:lnTo>
                    <a:pt x="55407" y="86834"/>
                  </a:lnTo>
                  <a:lnTo>
                    <a:pt x="58716" y="90546"/>
                  </a:lnTo>
                  <a:lnTo>
                    <a:pt x="61330" y="91960"/>
                  </a:lnTo>
                  <a:lnTo>
                    <a:pt x="61683" y="91910"/>
                  </a:lnTo>
                  <a:lnTo>
                    <a:pt x="62706" y="91013"/>
                  </a:lnTo>
                  <a:lnTo>
                    <a:pt x="63994" y="92491"/>
                  </a:lnTo>
                  <a:lnTo>
                    <a:pt x="63691" y="95723"/>
                  </a:lnTo>
                  <a:lnTo>
                    <a:pt x="62251" y="97466"/>
                  </a:lnTo>
                  <a:lnTo>
                    <a:pt x="61405" y="99840"/>
                  </a:lnTo>
                  <a:lnTo>
                    <a:pt x="61165" y="102074"/>
                  </a:lnTo>
                  <a:lnTo>
                    <a:pt x="60711" y="103224"/>
                  </a:lnTo>
                  <a:lnTo>
                    <a:pt x="60774" y="103552"/>
                  </a:lnTo>
                  <a:lnTo>
                    <a:pt x="63186" y="106115"/>
                  </a:lnTo>
                  <a:lnTo>
                    <a:pt x="65320" y="109335"/>
                  </a:lnTo>
                  <a:lnTo>
                    <a:pt x="67441" y="112656"/>
                  </a:lnTo>
                  <a:lnTo>
                    <a:pt x="67555" y="112757"/>
                  </a:lnTo>
                  <a:lnTo>
                    <a:pt x="69461" y="113818"/>
                  </a:lnTo>
                  <a:lnTo>
                    <a:pt x="70623" y="115421"/>
                  </a:lnTo>
                  <a:lnTo>
                    <a:pt x="71090" y="120055"/>
                  </a:lnTo>
                  <a:lnTo>
                    <a:pt x="71330" y="123881"/>
                  </a:lnTo>
                  <a:lnTo>
                    <a:pt x="71090" y="127871"/>
                  </a:lnTo>
                  <a:lnTo>
                    <a:pt x="71254" y="129866"/>
                  </a:lnTo>
                  <a:lnTo>
                    <a:pt x="70472" y="132973"/>
                  </a:lnTo>
                  <a:lnTo>
                    <a:pt x="70383" y="135511"/>
                  </a:lnTo>
                  <a:lnTo>
                    <a:pt x="70623" y="138516"/>
                  </a:lnTo>
                  <a:lnTo>
                    <a:pt x="70749" y="138743"/>
                  </a:lnTo>
                  <a:lnTo>
                    <a:pt x="71886" y="139539"/>
                  </a:lnTo>
                  <a:lnTo>
                    <a:pt x="70168" y="143491"/>
                  </a:lnTo>
                  <a:lnTo>
                    <a:pt x="70194" y="143794"/>
                  </a:lnTo>
                  <a:lnTo>
                    <a:pt x="71507" y="145789"/>
                  </a:lnTo>
                  <a:lnTo>
                    <a:pt x="71823" y="147582"/>
                  </a:lnTo>
                  <a:lnTo>
                    <a:pt x="73035" y="151370"/>
                  </a:lnTo>
                  <a:lnTo>
                    <a:pt x="75409" y="154805"/>
                  </a:lnTo>
                  <a:lnTo>
                    <a:pt x="77227" y="156030"/>
                  </a:lnTo>
                  <a:lnTo>
                    <a:pt x="77391" y="156080"/>
                  </a:lnTo>
                  <a:lnTo>
                    <a:pt x="80396" y="156080"/>
                  </a:lnTo>
                  <a:lnTo>
                    <a:pt x="80624" y="155966"/>
                  </a:lnTo>
                  <a:lnTo>
                    <a:pt x="81886" y="154476"/>
                  </a:lnTo>
                  <a:lnTo>
                    <a:pt x="81798" y="153984"/>
                  </a:lnTo>
                  <a:lnTo>
                    <a:pt x="78666" y="152305"/>
                  </a:lnTo>
                  <a:lnTo>
                    <a:pt x="77530" y="149501"/>
                  </a:lnTo>
                  <a:lnTo>
                    <a:pt x="77353" y="149325"/>
                  </a:lnTo>
                  <a:cubicBezTo>
                    <a:pt x="77176" y="149249"/>
                    <a:pt x="77038" y="149097"/>
                    <a:pt x="76974" y="148908"/>
                  </a:cubicBezTo>
                  <a:cubicBezTo>
                    <a:pt x="76911" y="148643"/>
                    <a:pt x="77063" y="148289"/>
                    <a:pt x="77391" y="147885"/>
                  </a:cubicBezTo>
                  <a:cubicBezTo>
                    <a:pt x="78363" y="146723"/>
                    <a:pt x="78591" y="146458"/>
                    <a:pt x="78641" y="146332"/>
                  </a:cubicBezTo>
                  <a:lnTo>
                    <a:pt x="78957" y="145309"/>
                  </a:lnTo>
                  <a:lnTo>
                    <a:pt x="78831" y="144956"/>
                  </a:lnTo>
                  <a:lnTo>
                    <a:pt x="77404" y="143933"/>
                  </a:lnTo>
                  <a:lnTo>
                    <a:pt x="78111" y="142582"/>
                  </a:lnTo>
                  <a:lnTo>
                    <a:pt x="78831" y="142077"/>
                  </a:lnTo>
                  <a:lnTo>
                    <a:pt x="78957" y="141862"/>
                  </a:lnTo>
                  <a:lnTo>
                    <a:pt x="79361" y="139652"/>
                  </a:lnTo>
                  <a:lnTo>
                    <a:pt x="79336" y="139476"/>
                  </a:lnTo>
                  <a:lnTo>
                    <a:pt x="78818" y="138289"/>
                  </a:lnTo>
                  <a:lnTo>
                    <a:pt x="78869" y="137582"/>
                  </a:lnTo>
                  <a:lnTo>
                    <a:pt x="79954" y="137708"/>
                  </a:lnTo>
                  <a:lnTo>
                    <a:pt x="80308" y="137417"/>
                  </a:lnTo>
                  <a:lnTo>
                    <a:pt x="80384" y="135814"/>
                  </a:lnTo>
                  <a:lnTo>
                    <a:pt x="80384" y="135498"/>
                  </a:lnTo>
                  <a:lnTo>
                    <a:pt x="82038" y="135018"/>
                  </a:lnTo>
                  <a:lnTo>
                    <a:pt x="83932" y="134551"/>
                  </a:lnTo>
                  <a:lnTo>
                    <a:pt x="84172" y="134235"/>
                  </a:lnTo>
                  <a:lnTo>
                    <a:pt x="84172" y="132076"/>
                  </a:lnTo>
                  <a:lnTo>
                    <a:pt x="84020" y="130826"/>
                  </a:lnTo>
                  <a:lnTo>
                    <a:pt x="83970" y="130283"/>
                  </a:lnTo>
                  <a:lnTo>
                    <a:pt x="86243" y="130675"/>
                  </a:lnTo>
                  <a:lnTo>
                    <a:pt x="86521" y="130586"/>
                  </a:lnTo>
                  <a:lnTo>
                    <a:pt x="88137" y="129008"/>
                  </a:lnTo>
                  <a:lnTo>
                    <a:pt x="89614" y="126520"/>
                  </a:lnTo>
                  <a:lnTo>
                    <a:pt x="90965" y="124551"/>
                  </a:lnTo>
                  <a:lnTo>
                    <a:pt x="91470" y="121798"/>
                  </a:lnTo>
                  <a:lnTo>
                    <a:pt x="93857" y="120156"/>
                  </a:lnTo>
                  <a:lnTo>
                    <a:pt x="96546" y="118742"/>
                  </a:lnTo>
                  <a:lnTo>
                    <a:pt x="97897" y="117947"/>
                  </a:lnTo>
                  <a:lnTo>
                    <a:pt x="98049" y="117719"/>
                  </a:lnTo>
                  <a:lnTo>
                    <a:pt x="98592" y="113982"/>
                  </a:lnTo>
                  <a:lnTo>
                    <a:pt x="99463" y="110800"/>
                  </a:lnTo>
                  <a:lnTo>
                    <a:pt x="99842" y="108906"/>
                  </a:lnTo>
                  <a:lnTo>
                    <a:pt x="101648" y="106645"/>
                  </a:lnTo>
                  <a:lnTo>
                    <a:pt x="102746" y="104676"/>
                  </a:lnTo>
                  <a:lnTo>
                    <a:pt x="102746" y="104373"/>
                  </a:lnTo>
                  <a:lnTo>
                    <a:pt x="101799" y="102617"/>
                  </a:lnTo>
                  <a:cubicBezTo>
                    <a:pt x="101824" y="102352"/>
                    <a:pt x="101774" y="102125"/>
                    <a:pt x="98882" y="100989"/>
                  </a:cubicBezTo>
                  <a:lnTo>
                    <a:pt x="95650" y="99726"/>
                  </a:lnTo>
                  <a:lnTo>
                    <a:pt x="93718" y="99410"/>
                  </a:lnTo>
                  <a:lnTo>
                    <a:pt x="91710" y="98627"/>
                  </a:lnTo>
                  <a:lnTo>
                    <a:pt x="89551" y="97731"/>
                  </a:lnTo>
                  <a:lnTo>
                    <a:pt x="88415" y="95092"/>
                  </a:lnTo>
                  <a:lnTo>
                    <a:pt x="86887" y="92907"/>
                  </a:lnTo>
                  <a:lnTo>
                    <a:pt x="86735" y="92794"/>
                  </a:lnTo>
                  <a:lnTo>
                    <a:pt x="83338" y="91682"/>
                  </a:lnTo>
                  <a:lnTo>
                    <a:pt x="81179" y="91455"/>
                  </a:lnTo>
                  <a:lnTo>
                    <a:pt x="78970" y="89321"/>
                  </a:lnTo>
                  <a:lnTo>
                    <a:pt x="76861" y="88084"/>
                  </a:lnTo>
                  <a:lnTo>
                    <a:pt x="74335" y="87819"/>
                  </a:lnTo>
                  <a:lnTo>
                    <a:pt x="71810" y="87187"/>
                  </a:lnTo>
                  <a:lnTo>
                    <a:pt x="71722" y="87175"/>
                  </a:lnTo>
                  <a:lnTo>
                    <a:pt x="68881" y="87263"/>
                  </a:lnTo>
                  <a:lnTo>
                    <a:pt x="68792" y="87276"/>
                  </a:lnTo>
                  <a:cubicBezTo>
                    <a:pt x="65395" y="88273"/>
                    <a:pt x="65320" y="88576"/>
                    <a:pt x="65269" y="88753"/>
                  </a:cubicBezTo>
                  <a:cubicBezTo>
                    <a:pt x="65219" y="88942"/>
                    <a:pt x="65029" y="89523"/>
                    <a:pt x="64878" y="89965"/>
                  </a:cubicBezTo>
                  <a:lnTo>
                    <a:pt x="63640" y="88993"/>
                  </a:lnTo>
                  <a:lnTo>
                    <a:pt x="63350" y="88930"/>
                  </a:lnTo>
                  <a:lnTo>
                    <a:pt x="61734" y="89448"/>
                  </a:lnTo>
                  <a:lnTo>
                    <a:pt x="60218" y="88690"/>
                  </a:lnTo>
                  <a:lnTo>
                    <a:pt x="59057" y="86303"/>
                  </a:lnTo>
                  <a:lnTo>
                    <a:pt x="59802" y="84384"/>
                  </a:lnTo>
                  <a:lnTo>
                    <a:pt x="59600" y="83967"/>
                  </a:lnTo>
                  <a:lnTo>
                    <a:pt x="57655" y="83311"/>
                  </a:lnTo>
                  <a:lnTo>
                    <a:pt x="55521" y="83046"/>
                  </a:lnTo>
                  <a:lnTo>
                    <a:pt x="56077" y="81480"/>
                  </a:lnTo>
                  <a:lnTo>
                    <a:pt x="56796" y="80104"/>
                  </a:lnTo>
                  <a:lnTo>
                    <a:pt x="56986" y="78853"/>
                  </a:lnTo>
                  <a:lnTo>
                    <a:pt x="56670" y="78500"/>
                  </a:lnTo>
                  <a:lnTo>
                    <a:pt x="53905" y="78500"/>
                  </a:lnTo>
                  <a:lnTo>
                    <a:pt x="53640" y="78651"/>
                  </a:lnTo>
                  <a:lnTo>
                    <a:pt x="52516" y="80533"/>
                  </a:lnTo>
                  <a:lnTo>
                    <a:pt x="50155" y="81366"/>
                  </a:lnTo>
                  <a:lnTo>
                    <a:pt x="48374" y="78942"/>
                  </a:lnTo>
                  <a:lnTo>
                    <a:pt x="47995" y="75495"/>
                  </a:lnTo>
                  <a:lnTo>
                    <a:pt x="48816" y="72717"/>
                  </a:lnTo>
                  <a:lnTo>
                    <a:pt x="51443" y="70772"/>
                  </a:lnTo>
                  <a:lnTo>
                    <a:pt x="54132" y="70393"/>
                  </a:lnTo>
                  <a:lnTo>
                    <a:pt x="55370" y="71416"/>
                  </a:lnTo>
                  <a:lnTo>
                    <a:pt x="55849" y="71315"/>
                  </a:lnTo>
                  <a:lnTo>
                    <a:pt x="56392" y="70305"/>
                  </a:lnTo>
                  <a:lnTo>
                    <a:pt x="58286" y="70305"/>
                  </a:lnTo>
                  <a:lnTo>
                    <a:pt x="60799" y="71088"/>
                  </a:lnTo>
                  <a:lnTo>
                    <a:pt x="61014" y="72856"/>
                  </a:lnTo>
                  <a:lnTo>
                    <a:pt x="61064" y="72995"/>
                  </a:lnTo>
                  <a:lnTo>
                    <a:pt x="62403" y="75040"/>
                  </a:lnTo>
                  <a:lnTo>
                    <a:pt x="62971" y="74926"/>
                  </a:lnTo>
                  <a:lnTo>
                    <a:pt x="63363" y="72843"/>
                  </a:lnTo>
                  <a:lnTo>
                    <a:pt x="63363" y="72767"/>
                  </a:lnTo>
                  <a:lnTo>
                    <a:pt x="63211" y="69131"/>
                  </a:lnTo>
                  <a:lnTo>
                    <a:pt x="64158" y="67376"/>
                  </a:lnTo>
                  <a:lnTo>
                    <a:pt x="67087" y="65355"/>
                  </a:lnTo>
                  <a:lnTo>
                    <a:pt x="68704" y="62691"/>
                  </a:lnTo>
                  <a:lnTo>
                    <a:pt x="69461" y="60721"/>
                  </a:lnTo>
                  <a:lnTo>
                    <a:pt x="71924" y="58322"/>
                  </a:lnTo>
                  <a:lnTo>
                    <a:pt x="73452" y="58322"/>
                  </a:lnTo>
                  <a:lnTo>
                    <a:pt x="73755" y="58107"/>
                  </a:lnTo>
                  <a:lnTo>
                    <a:pt x="74575" y="55923"/>
                  </a:lnTo>
                  <a:lnTo>
                    <a:pt x="76747" y="54496"/>
                  </a:lnTo>
                  <a:lnTo>
                    <a:pt x="77682" y="55961"/>
                  </a:lnTo>
                  <a:lnTo>
                    <a:pt x="78124" y="56062"/>
                  </a:lnTo>
                  <a:lnTo>
                    <a:pt x="80119" y="54786"/>
                  </a:lnTo>
                  <a:lnTo>
                    <a:pt x="83591" y="53347"/>
                  </a:lnTo>
                  <a:lnTo>
                    <a:pt x="83705" y="52855"/>
                  </a:lnTo>
                  <a:lnTo>
                    <a:pt x="82909" y="51983"/>
                  </a:lnTo>
                  <a:lnTo>
                    <a:pt x="82657" y="51870"/>
                  </a:lnTo>
                  <a:lnTo>
                    <a:pt x="79715" y="52084"/>
                  </a:lnTo>
                  <a:lnTo>
                    <a:pt x="79134" y="50771"/>
                  </a:lnTo>
                  <a:lnTo>
                    <a:pt x="79134" y="49496"/>
                  </a:lnTo>
                  <a:lnTo>
                    <a:pt x="78970" y="49218"/>
                  </a:lnTo>
                  <a:lnTo>
                    <a:pt x="78528" y="48978"/>
                  </a:lnTo>
                  <a:lnTo>
                    <a:pt x="78742" y="48864"/>
                  </a:lnTo>
                  <a:lnTo>
                    <a:pt x="81002" y="48864"/>
                  </a:lnTo>
                  <a:lnTo>
                    <a:pt x="83212" y="49029"/>
                  </a:lnTo>
                  <a:lnTo>
                    <a:pt x="83389" y="48991"/>
                  </a:lnTo>
                  <a:lnTo>
                    <a:pt x="86028" y="47463"/>
                  </a:lnTo>
                  <a:cubicBezTo>
                    <a:pt x="87973" y="46023"/>
                    <a:pt x="88048" y="45910"/>
                    <a:pt x="88074" y="45847"/>
                  </a:cubicBezTo>
                  <a:cubicBezTo>
                    <a:pt x="88213" y="45657"/>
                    <a:pt x="88263" y="45569"/>
                    <a:pt x="86432" y="42362"/>
                  </a:cubicBezTo>
                  <a:lnTo>
                    <a:pt x="84399" y="40455"/>
                  </a:lnTo>
                  <a:lnTo>
                    <a:pt x="84033" y="38435"/>
                  </a:lnTo>
                  <a:lnTo>
                    <a:pt x="83553" y="34103"/>
                  </a:lnTo>
                  <a:lnTo>
                    <a:pt x="83010" y="33927"/>
                  </a:lnTo>
                  <a:lnTo>
                    <a:pt x="81078" y="36086"/>
                  </a:lnTo>
                  <a:lnTo>
                    <a:pt x="79576" y="35758"/>
                  </a:lnTo>
                  <a:lnTo>
                    <a:pt x="79310" y="34028"/>
                  </a:lnTo>
                  <a:lnTo>
                    <a:pt x="80055" y="32677"/>
                  </a:lnTo>
                  <a:lnTo>
                    <a:pt x="79866" y="32222"/>
                  </a:lnTo>
                  <a:lnTo>
                    <a:pt x="78212" y="31755"/>
                  </a:lnTo>
                  <a:lnTo>
                    <a:pt x="77164" y="30669"/>
                  </a:lnTo>
                  <a:lnTo>
                    <a:pt x="76937" y="30568"/>
                  </a:lnTo>
                  <a:lnTo>
                    <a:pt x="74070" y="30568"/>
                  </a:lnTo>
                  <a:lnTo>
                    <a:pt x="73199" y="30656"/>
                  </a:lnTo>
                  <a:lnTo>
                    <a:pt x="72921" y="30959"/>
                  </a:lnTo>
                  <a:lnTo>
                    <a:pt x="72845" y="33674"/>
                  </a:lnTo>
                  <a:lnTo>
                    <a:pt x="71583" y="35013"/>
                  </a:lnTo>
                  <a:lnTo>
                    <a:pt x="71545" y="35391"/>
                  </a:lnTo>
                  <a:lnTo>
                    <a:pt x="72290" y="36566"/>
                  </a:lnTo>
                  <a:lnTo>
                    <a:pt x="72492" y="38662"/>
                  </a:lnTo>
                  <a:lnTo>
                    <a:pt x="70535" y="40316"/>
                  </a:lnTo>
                  <a:lnTo>
                    <a:pt x="68615" y="40998"/>
                  </a:lnTo>
                  <a:lnTo>
                    <a:pt x="68401" y="41288"/>
                  </a:lnTo>
                  <a:lnTo>
                    <a:pt x="68401" y="44256"/>
                  </a:lnTo>
                  <a:lnTo>
                    <a:pt x="67555" y="44685"/>
                  </a:lnTo>
                  <a:lnTo>
                    <a:pt x="66380" y="43195"/>
                  </a:lnTo>
                  <a:lnTo>
                    <a:pt x="66974" y="40581"/>
                  </a:lnTo>
                  <a:lnTo>
                    <a:pt x="66822" y="40228"/>
                  </a:lnTo>
                  <a:lnTo>
                    <a:pt x="64676" y="39142"/>
                  </a:lnTo>
                  <a:lnTo>
                    <a:pt x="62453" y="37816"/>
                  </a:lnTo>
                  <a:lnTo>
                    <a:pt x="61443" y="36957"/>
                  </a:lnTo>
                  <a:lnTo>
                    <a:pt x="61241" y="36881"/>
                  </a:lnTo>
                  <a:lnTo>
                    <a:pt x="60509" y="36881"/>
                  </a:lnTo>
                  <a:lnTo>
                    <a:pt x="60307" y="34444"/>
                  </a:lnTo>
                  <a:lnTo>
                    <a:pt x="60686" y="32083"/>
                  </a:lnTo>
                  <a:lnTo>
                    <a:pt x="61456" y="30252"/>
                  </a:lnTo>
                  <a:cubicBezTo>
                    <a:pt x="61974" y="30050"/>
                    <a:pt x="62479" y="29823"/>
                    <a:pt x="62971" y="29558"/>
                  </a:cubicBezTo>
                  <a:cubicBezTo>
                    <a:pt x="63413" y="29330"/>
                    <a:pt x="63640" y="29229"/>
                    <a:pt x="63754" y="29179"/>
                  </a:cubicBezTo>
                  <a:cubicBezTo>
                    <a:pt x="63761" y="29180"/>
                    <a:pt x="63768" y="29180"/>
                    <a:pt x="63775" y="29180"/>
                  </a:cubicBezTo>
                  <a:cubicBezTo>
                    <a:pt x="63887" y="29180"/>
                    <a:pt x="64048" y="29086"/>
                    <a:pt x="64499" y="28813"/>
                  </a:cubicBezTo>
                  <a:lnTo>
                    <a:pt x="65029" y="28497"/>
                  </a:lnTo>
                  <a:cubicBezTo>
                    <a:pt x="66469" y="27638"/>
                    <a:pt x="66999" y="27323"/>
                    <a:pt x="67201" y="27171"/>
                  </a:cubicBezTo>
                  <a:lnTo>
                    <a:pt x="67214" y="27184"/>
                  </a:lnTo>
                  <a:lnTo>
                    <a:pt x="68792" y="25681"/>
                  </a:lnTo>
                  <a:lnTo>
                    <a:pt x="69992" y="24456"/>
                  </a:lnTo>
                  <a:lnTo>
                    <a:pt x="70737" y="24267"/>
                  </a:lnTo>
                  <a:lnTo>
                    <a:pt x="74083" y="24267"/>
                  </a:lnTo>
                  <a:lnTo>
                    <a:pt x="74399" y="23977"/>
                  </a:lnTo>
                  <a:lnTo>
                    <a:pt x="74550" y="21994"/>
                  </a:lnTo>
                  <a:lnTo>
                    <a:pt x="75548" y="20252"/>
                  </a:lnTo>
                  <a:lnTo>
                    <a:pt x="75573" y="20012"/>
                  </a:lnTo>
                  <a:lnTo>
                    <a:pt x="75106" y="18269"/>
                  </a:lnTo>
                  <a:lnTo>
                    <a:pt x="75005" y="18118"/>
                  </a:lnTo>
                  <a:lnTo>
                    <a:pt x="73363" y="16741"/>
                  </a:lnTo>
                  <a:lnTo>
                    <a:pt x="72883" y="16830"/>
                  </a:lnTo>
                  <a:lnTo>
                    <a:pt x="71873" y="18800"/>
                  </a:lnTo>
                  <a:lnTo>
                    <a:pt x="70320" y="19999"/>
                  </a:lnTo>
                  <a:lnTo>
                    <a:pt x="69676" y="20441"/>
                  </a:lnTo>
                  <a:lnTo>
                    <a:pt x="69676" y="18623"/>
                  </a:lnTo>
                  <a:lnTo>
                    <a:pt x="69929" y="17385"/>
                  </a:lnTo>
                  <a:lnTo>
                    <a:pt x="69411" y="17082"/>
                  </a:lnTo>
                  <a:lnTo>
                    <a:pt x="68691" y="17739"/>
                  </a:lnTo>
                  <a:lnTo>
                    <a:pt x="67896" y="15959"/>
                  </a:lnTo>
                  <a:lnTo>
                    <a:pt x="68918" y="14860"/>
                  </a:lnTo>
                  <a:lnTo>
                    <a:pt x="71002" y="10403"/>
                  </a:lnTo>
                  <a:lnTo>
                    <a:pt x="71873" y="10049"/>
                  </a:lnTo>
                  <a:lnTo>
                    <a:pt x="73767" y="8332"/>
                  </a:lnTo>
                  <a:lnTo>
                    <a:pt x="73691" y="7827"/>
                  </a:lnTo>
                  <a:lnTo>
                    <a:pt x="72896" y="7410"/>
                  </a:lnTo>
                  <a:lnTo>
                    <a:pt x="71785" y="7233"/>
                  </a:lnTo>
                  <a:lnTo>
                    <a:pt x="69373" y="7233"/>
                  </a:lnTo>
                  <a:lnTo>
                    <a:pt x="69057" y="7549"/>
                  </a:lnTo>
                  <a:lnTo>
                    <a:pt x="69057" y="9658"/>
                  </a:lnTo>
                  <a:lnTo>
                    <a:pt x="67037" y="12284"/>
                  </a:lnTo>
                  <a:lnTo>
                    <a:pt x="65294" y="14986"/>
                  </a:lnTo>
                  <a:lnTo>
                    <a:pt x="65294" y="15340"/>
                  </a:lnTo>
                  <a:lnTo>
                    <a:pt x="66077" y="16476"/>
                  </a:lnTo>
                  <a:lnTo>
                    <a:pt x="65762" y="18623"/>
                  </a:lnTo>
                  <a:lnTo>
                    <a:pt x="63375" y="19885"/>
                  </a:lnTo>
                  <a:lnTo>
                    <a:pt x="63375" y="18585"/>
                  </a:lnTo>
                  <a:lnTo>
                    <a:pt x="63085" y="18269"/>
                  </a:lnTo>
                  <a:lnTo>
                    <a:pt x="61342" y="18118"/>
                  </a:lnTo>
                  <a:lnTo>
                    <a:pt x="61128" y="18181"/>
                  </a:lnTo>
                  <a:lnTo>
                    <a:pt x="59890" y="19153"/>
                  </a:lnTo>
                  <a:lnTo>
                    <a:pt x="58223" y="16830"/>
                  </a:lnTo>
                  <a:lnTo>
                    <a:pt x="57971" y="16703"/>
                  </a:lnTo>
                  <a:lnTo>
                    <a:pt x="55799" y="16703"/>
                  </a:lnTo>
                  <a:lnTo>
                    <a:pt x="55521" y="16868"/>
                  </a:lnTo>
                  <a:lnTo>
                    <a:pt x="54827" y="18168"/>
                  </a:lnTo>
                  <a:lnTo>
                    <a:pt x="54435" y="18736"/>
                  </a:lnTo>
                  <a:lnTo>
                    <a:pt x="53652" y="16969"/>
                  </a:lnTo>
                  <a:lnTo>
                    <a:pt x="53261" y="16792"/>
                  </a:lnTo>
                  <a:cubicBezTo>
                    <a:pt x="53061" y="16867"/>
                    <a:pt x="52586" y="16997"/>
                    <a:pt x="52167" y="16997"/>
                  </a:cubicBezTo>
                  <a:cubicBezTo>
                    <a:pt x="51950" y="16997"/>
                    <a:pt x="51749" y="16962"/>
                    <a:pt x="51607" y="16868"/>
                  </a:cubicBezTo>
                  <a:cubicBezTo>
                    <a:pt x="51455" y="16767"/>
                    <a:pt x="51379" y="16590"/>
                    <a:pt x="51392" y="16426"/>
                  </a:cubicBezTo>
                  <a:cubicBezTo>
                    <a:pt x="51316" y="15112"/>
                    <a:pt x="51316" y="14986"/>
                    <a:pt x="51316" y="14974"/>
                  </a:cubicBezTo>
                  <a:lnTo>
                    <a:pt x="51215" y="14746"/>
                  </a:lnTo>
                  <a:lnTo>
                    <a:pt x="47945" y="11716"/>
                  </a:lnTo>
                  <a:lnTo>
                    <a:pt x="46922" y="11009"/>
                  </a:lnTo>
                  <a:lnTo>
                    <a:pt x="46682" y="10958"/>
                  </a:lnTo>
                  <a:lnTo>
                    <a:pt x="45142" y="11223"/>
                  </a:lnTo>
                  <a:lnTo>
                    <a:pt x="44435" y="9077"/>
                  </a:lnTo>
                  <a:lnTo>
                    <a:pt x="44233" y="8875"/>
                  </a:lnTo>
                  <a:lnTo>
                    <a:pt x="42806" y="8433"/>
                  </a:lnTo>
                  <a:lnTo>
                    <a:pt x="42679" y="8420"/>
                  </a:lnTo>
                  <a:lnTo>
                    <a:pt x="39182" y="8862"/>
                  </a:lnTo>
                  <a:lnTo>
                    <a:pt x="37262" y="8445"/>
                  </a:lnTo>
                  <a:lnTo>
                    <a:pt x="34649" y="6210"/>
                  </a:lnTo>
                  <a:lnTo>
                    <a:pt x="31075" y="4506"/>
                  </a:lnTo>
                  <a:lnTo>
                    <a:pt x="28499" y="2031"/>
                  </a:lnTo>
                  <a:lnTo>
                    <a:pt x="26365" y="263"/>
                  </a:lnTo>
                  <a:lnTo>
                    <a:pt x="26100" y="187"/>
                  </a:lnTo>
                  <a:lnTo>
                    <a:pt x="23524" y="756"/>
                  </a:lnTo>
                  <a:cubicBezTo>
                    <a:pt x="23360" y="465"/>
                    <a:pt x="23120" y="238"/>
                    <a:pt x="22817" y="124"/>
                  </a:cubicBezTo>
                  <a:cubicBezTo>
                    <a:pt x="22620" y="41"/>
                    <a:pt x="22402" y="0"/>
                    <a:pt x="22164" y="0"/>
                  </a:cubicBez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22"/>
            <p:cNvSpPr/>
            <p:nvPr/>
          </p:nvSpPr>
          <p:spPr>
            <a:xfrm>
              <a:off x="1940550" y="1654925"/>
              <a:ext cx="124725" cy="149650"/>
            </a:xfrm>
            <a:custGeom>
              <a:rect b="b" l="l" r="r" t="t"/>
              <a:pathLst>
                <a:path extrusionOk="0" h="5986" w="4989">
                  <a:moveTo>
                    <a:pt x="2425" y="0"/>
                  </a:moveTo>
                  <a:lnTo>
                    <a:pt x="1023" y="1200"/>
                  </a:lnTo>
                  <a:lnTo>
                    <a:pt x="1" y="3851"/>
                  </a:lnTo>
                  <a:lnTo>
                    <a:pt x="1" y="5985"/>
                  </a:lnTo>
                  <a:lnTo>
                    <a:pt x="2362" y="4104"/>
                  </a:lnTo>
                  <a:lnTo>
                    <a:pt x="3511" y="4887"/>
                  </a:lnTo>
                  <a:lnTo>
                    <a:pt x="4988" y="4419"/>
                  </a:lnTo>
                  <a:lnTo>
                    <a:pt x="3271" y="2210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22"/>
            <p:cNvSpPr/>
            <p:nvPr/>
          </p:nvSpPr>
          <p:spPr>
            <a:xfrm>
              <a:off x="1932650" y="1641650"/>
              <a:ext cx="145575" cy="179325"/>
            </a:xfrm>
            <a:custGeom>
              <a:rect b="b" l="l" r="r" t="t"/>
              <a:pathLst>
                <a:path extrusionOk="0" h="7173" w="5823">
                  <a:moveTo>
                    <a:pt x="2602" y="1049"/>
                  </a:moveTo>
                  <a:lnTo>
                    <a:pt x="3297" y="2842"/>
                  </a:lnTo>
                  <a:lnTo>
                    <a:pt x="4774" y="4774"/>
                  </a:lnTo>
                  <a:lnTo>
                    <a:pt x="3877" y="5064"/>
                  </a:lnTo>
                  <a:lnTo>
                    <a:pt x="2665" y="4231"/>
                  </a:lnTo>
                  <a:lnTo>
                    <a:pt x="632" y="5860"/>
                  </a:lnTo>
                  <a:lnTo>
                    <a:pt x="632" y="4433"/>
                  </a:lnTo>
                  <a:lnTo>
                    <a:pt x="1605" y="1907"/>
                  </a:lnTo>
                  <a:lnTo>
                    <a:pt x="2602" y="1049"/>
                  </a:lnTo>
                  <a:close/>
                  <a:moveTo>
                    <a:pt x="2880" y="1"/>
                  </a:moveTo>
                  <a:lnTo>
                    <a:pt x="1074" y="1541"/>
                  </a:lnTo>
                  <a:lnTo>
                    <a:pt x="26" y="4269"/>
                  </a:lnTo>
                  <a:lnTo>
                    <a:pt x="1" y="7173"/>
                  </a:lnTo>
                  <a:lnTo>
                    <a:pt x="1" y="7173"/>
                  </a:lnTo>
                  <a:lnTo>
                    <a:pt x="2703" y="5026"/>
                  </a:lnTo>
                  <a:lnTo>
                    <a:pt x="3776" y="5771"/>
                  </a:lnTo>
                  <a:lnTo>
                    <a:pt x="5822" y="5102"/>
                  </a:lnTo>
                  <a:lnTo>
                    <a:pt x="3865" y="2577"/>
                  </a:lnTo>
                  <a:lnTo>
                    <a:pt x="2880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22"/>
            <p:cNvSpPr/>
            <p:nvPr/>
          </p:nvSpPr>
          <p:spPr>
            <a:xfrm>
              <a:off x="2019475" y="1292525"/>
              <a:ext cx="410075" cy="583375"/>
            </a:xfrm>
            <a:custGeom>
              <a:rect b="b" l="l" r="r" t="t"/>
              <a:pathLst>
                <a:path extrusionOk="0" h="23335" w="16403">
                  <a:moveTo>
                    <a:pt x="4129" y="0"/>
                  </a:moveTo>
                  <a:lnTo>
                    <a:pt x="1213" y="2122"/>
                  </a:lnTo>
                  <a:lnTo>
                    <a:pt x="0" y="4407"/>
                  </a:lnTo>
                  <a:lnTo>
                    <a:pt x="0" y="7248"/>
                  </a:lnTo>
                  <a:lnTo>
                    <a:pt x="2122" y="6857"/>
                  </a:lnTo>
                  <a:lnTo>
                    <a:pt x="4571" y="8347"/>
                  </a:lnTo>
                  <a:lnTo>
                    <a:pt x="6541" y="8827"/>
                  </a:lnTo>
                  <a:lnTo>
                    <a:pt x="7210" y="7576"/>
                  </a:lnTo>
                  <a:lnTo>
                    <a:pt x="8170" y="11339"/>
                  </a:lnTo>
                  <a:lnTo>
                    <a:pt x="9521" y="12842"/>
                  </a:lnTo>
                  <a:lnTo>
                    <a:pt x="8258" y="15052"/>
                  </a:lnTo>
                  <a:cubicBezTo>
                    <a:pt x="8258" y="15052"/>
                    <a:pt x="8978" y="16314"/>
                    <a:pt x="6996" y="16706"/>
                  </a:cubicBezTo>
                  <a:cubicBezTo>
                    <a:pt x="5026" y="17097"/>
                    <a:pt x="6364" y="16946"/>
                    <a:pt x="5026" y="17097"/>
                  </a:cubicBezTo>
                  <a:cubicBezTo>
                    <a:pt x="3688" y="17261"/>
                    <a:pt x="3688" y="17539"/>
                    <a:pt x="3688" y="17539"/>
                  </a:cubicBezTo>
                  <a:lnTo>
                    <a:pt x="4180" y="18915"/>
                  </a:lnTo>
                  <a:lnTo>
                    <a:pt x="6604" y="18915"/>
                  </a:lnTo>
                  <a:lnTo>
                    <a:pt x="7943" y="20810"/>
                  </a:lnTo>
                  <a:lnTo>
                    <a:pt x="9521" y="22539"/>
                  </a:lnTo>
                  <a:lnTo>
                    <a:pt x="11579" y="23335"/>
                  </a:lnTo>
                  <a:lnTo>
                    <a:pt x="10405" y="20532"/>
                  </a:lnTo>
                  <a:lnTo>
                    <a:pt x="12375" y="21693"/>
                  </a:lnTo>
                  <a:lnTo>
                    <a:pt x="13473" y="20115"/>
                  </a:lnTo>
                  <a:lnTo>
                    <a:pt x="12059" y="16794"/>
                  </a:lnTo>
                  <a:lnTo>
                    <a:pt x="12615" y="15923"/>
                  </a:lnTo>
                  <a:lnTo>
                    <a:pt x="14420" y="18360"/>
                  </a:lnTo>
                  <a:lnTo>
                    <a:pt x="15683" y="16794"/>
                  </a:lnTo>
                  <a:lnTo>
                    <a:pt x="16403" y="15052"/>
                  </a:lnTo>
                  <a:lnTo>
                    <a:pt x="12931" y="12135"/>
                  </a:lnTo>
                  <a:lnTo>
                    <a:pt x="14269" y="11630"/>
                  </a:lnTo>
                  <a:lnTo>
                    <a:pt x="13549" y="8195"/>
                  </a:lnTo>
                  <a:lnTo>
                    <a:pt x="12211" y="5821"/>
                  </a:lnTo>
                  <a:lnTo>
                    <a:pt x="10721" y="4963"/>
                  </a:lnTo>
                  <a:lnTo>
                    <a:pt x="9067" y="3624"/>
                  </a:lnTo>
                  <a:lnTo>
                    <a:pt x="10557" y="3069"/>
                  </a:lnTo>
                  <a:lnTo>
                    <a:pt x="10165" y="1414"/>
                  </a:lnTo>
                  <a:lnTo>
                    <a:pt x="7918" y="354"/>
                  </a:lnTo>
                  <a:lnTo>
                    <a:pt x="5670" y="1326"/>
                  </a:lnTo>
                  <a:lnTo>
                    <a:pt x="5165" y="2677"/>
                  </a:lnTo>
                  <a:lnTo>
                    <a:pt x="3814" y="4256"/>
                  </a:lnTo>
                  <a:lnTo>
                    <a:pt x="2993" y="3069"/>
                  </a:lnTo>
                  <a:lnTo>
                    <a:pt x="4129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22"/>
            <p:cNvSpPr/>
            <p:nvPr/>
          </p:nvSpPr>
          <p:spPr>
            <a:xfrm>
              <a:off x="2011275" y="1270725"/>
              <a:ext cx="427750" cy="619075"/>
            </a:xfrm>
            <a:custGeom>
              <a:rect b="b" l="l" r="r" t="t"/>
              <a:pathLst>
                <a:path extrusionOk="0" h="24763" w="17110">
                  <a:moveTo>
                    <a:pt x="8246" y="1567"/>
                  </a:moveTo>
                  <a:lnTo>
                    <a:pt x="10228" y="2501"/>
                  </a:lnTo>
                  <a:lnTo>
                    <a:pt x="10518" y="3739"/>
                  </a:lnTo>
                  <a:lnTo>
                    <a:pt x="8763" y="4383"/>
                  </a:lnTo>
                  <a:lnTo>
                    <a:pt x="10885" y="6087"/>
                  </a:lnTo>
                  <a:lnTo>
                    <a:pt x="12311" y="6908"/>
                  </a:lnTo>
                  <a:lnTo>
                    <a:pt x="13587" y="9156"/>
                  </a:lnTo>
                  <a:lnTo>
                    <a:pt x="14231" y="12287"/>
                  </a:lnTo>
                  <a:lnTo>
                    <a:pt x="12640" y="12881"/>
                  </a:lnTo>
                  <a:lnTo>
                    <a:pt x="16340" y="15999"/>
                  </a:lnTo>
                  <a:lnTo>
                    <a:pt x="15733" y="17477"/>
                  </a:lnTo>
                  <a:lnTo>
                    <a:pt x="14761" y="18689"/>
                  </a:lnTo>
                  <a:lnTo>
                    <a:pt x="12918" y="16227"/>
                  </a:lnTo>
                  <a:lnTo>
                    <a:pt x="12021" y="17616"/>
                  </a:lnTo>
                  <a:lnTo>
                    <a:pt x="13448" y="20937"/>
                  </a:lnTo>
                  <a:lnTo>
                    <a:pt x="12615" y="22136"/>
                  </a:lnTo>
                  <a:lnTo>
                    <a:pt x="10076" y="20633"/>
                  </a:lnTo>
                  <a:lnTo>
                    <a:pt x="11339" y="23639"/>
                  </a:lnTo>
                  <a:lnTo>
                    <a:pt x="10051" y="23146"/>
                  </a:lnTo>
                  <a:lnTo>
                    <a:pt x="8549" y="21492"/>
                  </a:lnTo>
                  <a:lnTo>
                    <a:pt x="7109" y="19459"/>
                  </a:lnTo>
                  <a:lnTo>
                    <a:pt x="4748" y="19459"/>
                  </a:lnTo>
                  <a:lnTo>
                    <a:pt x="4407" y="18500"/>
                  </a:lnTo>
                  <a:cubicBezTo>
                    <a:pt x="4723" y="18373"/>
                    <a:pt x="5064" y="18297"/>
                    <a:pt x="5417" y="18272"/>
                  </a:cubicBezTo>
                  <a:cubicBezTo>
                    <a:pt x="6124" y="18196"/>
                    <a:pt x="6124" y="18196"/>
                    <a:pt x="6238" y="18146"/>
                  </a:cubicBezTo>
                  <a:cubicBezTo>
                    <a:pt x="6301" y="18121"/>
                    <a:pt x="6453" y="18070"/>
                    <a:pt x="7412" y="17881"/>
                  </a:cubicBezTo>
                  <a:cubicBezTo>
                    <a:pt x="8208" y="17717"/>
                    <a:pt x="8725" y="17401"/>
                    <a:pt x="8940" y="16934"/>
                  </a:cubicBezTo>
                  <a:cubicBezTo>
                    <a:pt x="9079" y="16618"/>
                    <a:pt x="9079" y="16265"/>
                    <a:pt x="8953" y="15936"/>
                  </a:cubicBezTo>
                  <a:lnTo>
                    <a:pt x="10253" y="13676"/>
                  </a:lnTo>
                  <a:lnTo>
                    <a:pt x="8801" y="12060"/>
                  </a:lnTo>
                  <a:lnTo>
                    <a:pt x="7652" y="7590"/>
                  </a:lnTo>
                  <a:lnTo>
                    <a:pt x="6718" y="9332"/>
                  </a:lnTo>
                  <a:lnTo>
                    <a:pt x="5026" y="8928"/>
                  </a:lnTo>
                  <a:lnTo>
                    <a:pt x="2513" y="7388"/>
                  </a:lnTo>
                  <a:lnTo>
                    <a:pt x="644" y="7741"/>
                  </a:lnTo>
                  <a:lnTo>
                    <a:pt x="644" y="5367"/>
                  </a:lnTo>
                  <a:lnTo>
                    <a:pt x="1793" y="3208"/>
                  </a:lnTo>
                  <a:lnTo>
                    <a:pt x="3801" y="1744"/>
                  </a:lnTo>
                  <a:lnTo>
                    <a:pt x="3801" y="1744"/>
                  </a:lnTo>
                  <a:lnTo>
                    <a:pt x="2980" y="3991"/>
                  </a:lnTo>
                  <a:lnTo>
                    <a:pt x="4129" y="5645"/>
                  </a:lnTo>
                  <a:lnTo>
                    <a:pt x="5745" y="3751"/>
                  </a:lnTo>
                  <a:lnTo>
                    <a:pt x="6263" y="2438"/>
                  </a:lnTo>
                  <a:lnTo>
                    <a:pt x="8246" y="1567"/>
                  </a:lnTo>
                  <a:close/>
                  <a:moveTo>
                    <a:pt x="5114" y="1"/>
                  </a:moveTo>
                  <a:lnTo>
                    <a:pt x="1288" y="2779"/>
                  </a:lnTo>
                  <a:lnTo>
                    <a:pt x="0" y="5203"/>
                  </a:lnTo>
                  <a:lnTo>
                    <a:pt x="0" y="8486"/>
                  </a:lnTo>
                  <a:lnTo>
                    <a:pt x="2374" y="8044"/>
                  </a:lnTo>
                  <a:lnTo>
                    <a:pt x="4723" y="9471"/>
                  </a:lnTo>
                  <a:lnTo>
                    <a:pt x="7021" y="10039"/>
                  </a:lnTo>
                  <a:lnTo>
                    <a:pt x="7425" y="9294"/>
                  </a:lnTo>
                  <a:lnTo>
                    <a:pt x="8208" y="12350"/>
                  </a:lnTo>
                  <a:lnTo>
                    <a:pt x="9458" y="13739"/>
                  </a:lnTo>
                  <a:lnTo>
                    <a:pt x="8321" y="15747"/>
                  </a:lnTo>
                  <a:lnTo>
                    <a:pt x="8233" y="15911"/>
                  </a:lnTo>
                  <a:lnTo>
                    <a:pt x="8309" y="16063"/>
                  </a:lnTo>
                  <a:cubicBezTo>
                    <a:pt x="8410" y="16252"/>
                    <a:pt x="8422" y="16467"/>
                    <a:pt x="8347" y="16669"/>
                  </a:cubicBezTo>
                  <a:cubicBezTo>
                    <a:pt x="8220" y="16946"/>
                    <a:pt x="7842" y="17148"/>
                    <a:pt x="7273" y="17262"/>
                  </a:cubicBezTo>
                  <a:cubicBezTo>
                    <a:pt x="6263" y="17464"/>
                    <a:pt x="6099" y="17527"/>
                    <a:pt x="6011" y="17565"/>
                  </a:cubicBezTo>
                  <a:cubicBezTo>
                    <a:pt x="5783" y="17603"/>
                    <a:pt x="5556" y="17641"/>
                    <a:pt x="5329" y="17654"/>
                  </a:cubicBezTo>
                  <a:cubicBezTo>
                    <a:pt x="4937" y="17704"/>
                    <a:pt x="3712" y="17843"/>
                    <a:pt x="3712" y="18411"/>
                  </a:cubicBezTo>
                  <a:lnTo>
                    <a:pt x="4293" y="20103"/>
                  </a:lnTo>
                  <a:lnTo>
                    <a:pt x="6793" y="20103"/>
                  </a:lnTo>
                  <a:lnTo>
                    <a:pt x="8056" y="21884"/>
                  </a:lnTo>
                  <a:lnTo>
                    <a:pt x="9685" y="23677"/>
                  </a:lnTo>
                  <a:lnTo>
                    <a:pt x="12488" y="24763"/>
                  </a:lnTo>
                  <a:lnTo>
                    <a:pt x="11390" y="22161"/>
                  </a:lnTo>
                  <a:lnTo>
                    <a:pt x="12791" y="22982"/>
                  </a:lnTo>
                  <a:lnTo>
                    <a:pt x="14168" y="20987"/>
                  </a:lnTo>
                  <a:lnTo>
                    <a:pt x="12741" y="17666"/>
                  </a:lnTo>
                  <a:lnTo>
                    <a:pt x="12968" y="17325"/>
                  </a:lnTo>
                  <a:lnTo>
                    <a:pt x="14748" y="19712"/>
                  </a:lnTo>
                  <a:lnTo>
                    <a:pt x="16264" y="17830"/>
                  </a:lnTo>
                  <a:lnTo>
                    <a:pt x="17110" y="15810"/>
                  </a:lnTo>
                  <a:lnTo>
                    <a:pt x="13877" y="13083"/>
                  </a:lnTo>
                  <a:lnTo>
                    <a:pt x="14963" y="12678"/>
                  </a:lnTo>
                  <a:lnTo>
                    <a:pt x="14193" y="8979"/>
                  </a:lnTo>
                  <a:lnTo>
                    <a:pt x="12779" y="6453"/>
                  </a:lnTo>
                  <a:lnTo>
                    <a:pt x="11238" y="5569"/>
                  </a:lnTo>
                  <a:lnTo>
                    <a:pt x="10013" y="4585"/>
                  </a:lnTo>
                  <a:lnTo>
                    <a:pt x="11263" y="4117"/>
                  </a:lnTo>
                  <a:lnTo>
                    <a:pt x="10771" y="2047"/>
                  </a:lnTo>
                  <a:lnTo>
                    <a:pt x="8258" y="860"/>
                  </a:lnTo>
                  <a:lnTo>
                    <a:pt x="5758" y="1958"/>
                  </a:lnTo>
                  <a:lnTo>
                    <a:pt x="5215" y="3372"/>
                  </a:lnTo>
                  <a:lnTo>
                    <a:pt x="4180" y="4597"/>
                  </a:lnTo>
                  <a:lnTo>
                    <a:pt x="3675" y="3890"/>
                  </a:lnTo>
                  <a:lnTo>
                    <a:pt x="5114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22"/>
            <p:cNvSpPr/>
            <p:nvPr/>
          </p:nvSpPr>
          <p:spPr>
            <a:xfrm>
              <a:off x="2342725" y="2272700"/>
              <a:ext cx="102300" cy="109875"/>
            </a:xfrm>
            <a:custGeom>
              <a:rect b="b" l="l" r="r" t="t"/>
              <a:pathLst>
                <a:path extrusionOk="0" h="4395" w="4092">
                  <a:moveTo>
                    <a:pt x="112" y="2946"/>
                  </a:moveTo>
                  <a:cubicBezTo>
                    <a:pt x="41" y="2963"/>
                    <a:pt x="1" y="2986"/>
                    <a:pt x="1" y="3018"/>
                  </a:cubicBezTo>
                  <a:cubicBezTo>
                    <a:pt x="1" y="3026"/>
                    <a:pt x="3" y="3031"/>
                    <a:pt x="9" y="3031"/>
                  </a:cubicBezTo>
                  <a:cubicBezTo>
                    <a:pt x="25" y="3031"/>
                    <a:pt x="60" y="3000"/>
                    <a:pt x="112" y="2946"/>
                  </a:cubicBezTo>
                  <a:close/>
                  <a:moveTo>
                    <a:pt x="2337" y="0"/>
                  </a:moveTo>
                  <a:cubicBezTo>
                    <a:pt x="2337" y="0"/>
                    <a:pt x="576" y="2455"/>
                    <a:pt x="112" y="2946"/>
                  </a:cubicBezTo>
                  <a:lnTo>
                    <a:pt x="112" y="2946"/>
                  </a:lnTo>
                  <a:cubicBezTo>
                    <a:pt x="226" y="2918"/>
                    <a:pt x="419" y="2908"/>
                    <a:pt x="644" y="2908"/>
                  </a:cubicBezTo>
                  <a:cubicBezTo>
                    <a:pt x="1336" y="2908"/>
                    <a:pt x="2337" y="3005"/>
                    <a:pt x="2337" y="3005"/>
                  </a:cubicBezTo>
                  <a:lnTo>
                    <a:pt x="3145" y="4394"/>
                  </a:lnTo>
                  <a:lnTo>
                    <a:pt x="4092" y="3990"/>
                  </a:lnTo>
                  <a:lnTo>
                    <a:pt x="4092" y="2096"/>
                  </a:lnTo>
                  <a:lnTo>
                    <a:pt x="2438" y="1465"/>
                  </a:lnTo>
                  <a:lnTo>
                    <a:pt x="2337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22"/>
            <p:cNvSpPr/>
            <p:nvPr/>
          </p:nvSpPr>
          <p:spPr>
            <a:xfrm>
              <a:off x="2334825" y="2250600"/>
              <a:ext cx="118400" cy="142075"/>
            </a:xfrm>
            <a:custGeom>
              <a:rect b="b" l="l" r="r" t="t"/>
              <a:pathLst>
                <a:path extrusionOk="0" h="5683" w="4736">
                  <a:moveTo>
                    <a:pt x="2387" y="1781"/>
                  </a:moveTo>
                  <a:lnTo>
                    <a:pt x="2450" y="2576"/>
                  </a:lnTo>
                  <a:lnTo>
                    <a:pt x="4079" y="3207"/>
                  </a:lnTo>
                  <a:lnTo>
                    <a:pt x="4079" y="4659"/>
                  </a:lnTo>
                  <a:lnTo>
                    <a:pt x="3587" y="4874"/>
                  </a:lnTo>
                  <a:lnTo>
                    <a:pt x="2829" y="3586"/>
                  </a:lnTo>
                  <a:lnTo>
                    <a:pt x="2665" y="3574"/>
                  </a:lnTo>
                  <a:cubicBezTo>
                    <a:pt x="1983" y="3510"/>
                    <a:pt x="1491" y="3473"/>
                    <a:pt x="1125" y="3473"/>
                  </a:cubicBezTo>
                  <a:lnTo>
                    <a:pt x="1137" y="3473"/>
                  </a:lnTo>
                  <a:cubicBezTo>
                    <a:pt x="1428" y="3106"/>
                    <a:pt x="1819" y="2576"/>
                    <a:pt x="2387" y="1781"/>
                  </a:cubicBezTo>
                  <a:close/>
                  <a:moveTo>
                    <a:pt x="2905" y="0"/>
                  </a:moveTo>
                  <a:lnTo>
                    <a:pt x="2400" y="707"/>
                  </a:lnTo>
                  <a:cubicBezTo>
                    <a:pt x="1541" y="1894"/>
                    <a:pt x="582" y="3195"/>
                    <a:pt x="253" y="3561"/>
                  </a:cubicBezTo>
                  <a:cubicBezTo>
                    <a:pt x="203" y="3574"/>
                    <a:pt x="165" y="3599"/>
                    <a:pt x="127" y="3637"/>
                  </a:cubicBezTo>
                  <a:lnTo>
                    <a:pt x="1" y="3763"/>
                  </a:lnTo>
                  <a:lnTo>
                    <a:pt x="1" y="4142"/>
                  </a:lnTo>
                  <a:lnTo>
                    <a:pt x="228" y="4218"/>
                  </a:lnTo>
                  <a:cubicBezTo>
                    <a:pt x="268" y="4227"/>
                    <a:pt x="302" y="4237"/>
                    <a:pt x="339" y="4237"/>
                  </a:cubicBezTo>
                  <a:cubicBezTo>
                    <a:pt x="396" y="4237"/>
                    <a:pt x="462" y="4214"/>
                    <a:pt x="569" y="4129"/>
                  </a:cubicBezTo>
                  <a:cubicBezTo>
                    <a:pt x="771" y="4117"/>
                    <a:pt x="974" y="4111"/>
                    <a:pt x="1176" y="4111"/>
                  </a:cubicBezTo>
                  <a:cubicBezTo>
                    <a:pt x="1605" y="4111"/>
                    <a:pt x="2034" y="4137"/>
                    <a:pt x="2463" y="4180"/>
                  </a:cubicBezTo>
                  <a:lnTo>
                    <a:pt x="3334" y="5682"/>
                  </a:lnTo>
                  <a:lnTo>
                    <a:pt x="4736" y="5076"/>
                  </a:lnTo>
                  <a:lnTo>
                    <a:pt x="4736" y="2753"/>
                  </a:lnTo>
                  <a:lnTo>
                    <a:pt x="3069" y="2121"/>
                  </a:lnTo>
                  <a:lnTo>
                    <a:pt x="2905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22"/>
            <p:cNvSpPr/>
            <p:nvPr/>
          </p:nvSpPr>
          <p:spPr>
            <a:xfrm>
              <a:off x="1713900" y="3010725"/>
              <a:ext cx="224775" cy="69925"/>
            </a:xfrm>
            <a:custGeom>
              <a:rect b="b" l="l" r="r" t="t"/>
              <a:pathLst>
                <a:path extrusionOk="0" h="2797" w="8991">
                  <a:moveTo>
                    <a:pt x="1112" y="1"/>
                  </a:moveTo>
                  <a:lnTo>
                    <a:pt x="0" y="556"/>
                  </a:lnTo>
                  <a:lnTo>
                    <a:pt x="1112" y="834"/>
                  </a:lnTo>
                  <a:cubicBezTo>
                    <a:pt x="1112" y="834"/>
                    <a:pt x="3864" y="1125"/>
                    <a:pt x="4104" y="1125"/>
                  </a:cubicBezTo>
                  <a:cubicBezTo>
                    <a:pt x="4344" y="1125"/>
                    <a:pt x="6705" y="2110"/>
                    <a:pt x="6705" y="2110"/>
                  </a:cubicBezTo>
                  <a:cubicBezTo>
                    <a:pt x="6705" y="2110"/>
                    <a:pt x="5423" y="2797"/>
                    <a:pt x="5497" y="2797"/>
                  </a:cubicBezTo>
                  <a:cubicBezTo>
                    <a:pt x="5501" y="2797"/>
                    <a:pt x="5508" y="2795"/>
                    <a:pt x="5518" y="2791"/>
                  </a:cubicBezTo>
                  <a:cubicBezTo>
                    <a:pt x="5758" y="2716"/>
                    <a:pt x="8991" y="2463"/>
                    <a:pt x="8991" y="2463"/>
                  </a:cubicBezTo>
                  <a:lnTo>
                    <a:pt x="7892" y="1390"/>
                  </a:lnTo>
                  <a:lnTo>
                    <a:pt x="3246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22"/>
            <p:cNvSpPr/>
            <p:nvPr/>
          </p:nvSpPr>
          <p:spPr>
            <a:xfrm>
              <a:off x="1691475" y="3002850"/>
              <a:ext cx="265200" cy="86825"/>
            </a:xfrm>
            <a:custGeom>
              <a:rect b="b" l="l" r="r" t="t"/>
              <a:pathLst>
                <a:path extrusionOk="0" h="3473" w="10608">
                  <a:moveTo>
                    <a:pt x="4079" y="644"/>
                  </a:moveTo>
                  <a:lnTo>
                    <a:pt x="8613" y="1995"/>
                  </a:lnTo>
                  <a:lnTo>
                    <a:pt x="9168" y="2526"/>
                  </a:lnTo>
                  <a:cubicBezTo>
                    <a:pt x="8764" y="2551"/>
                    <a:pt x="8310" y="2589"/>
                    <a:pt x="7880" y="2627"/>
                  </a:cubicBezTo>
                  <a:lnTo>
                    <a:pt x="8335" y="2387"/>
                  </a:lnTo>
                  <a:lnTo>
                    <a:pt x="7716" y="2134"/>
                  </a:lnTo>
                  <a:cubicBezTo>
                    <a:pt x="6112" y="1465"/>
                    <a:pt x="5191" y="1124"/>
                    <a:pt x="5001" y="1124"/>
                  </a:cubicBezTo>
                  <a:cubicBezTo>
                    <a:pt x="4824" y="1124"/>
                    <a:pt x="3095" y="947"/>
                    <a:pt x="2072" y="846"/>
                  </a:cubicBezTo>
                  <a:lnTo>
                    <a:pt x="1807" y="770"/>
                  </a:lnTo>
                  <a:lnTo>
                    <a:pt x="2072" y="644"/>
                  </a:lnTo>
                  <a:close/>
                  <a:moveTo>
                    <a:pt x="1933" y="0"/>
                  </a:moveTo>
                  <a:lnTo>
                    <a:pt x="1" y="973"/>
                  </a:lnTo>
                  <a:lnTo>
                    <a:pt x="1971" y="1465"/>
                  </a:lnTo>
                  <a:cubicBezTo>
                    <a:pt x="2438" y="1515"/>
                    <a:pt x="4749" y="1755"/>
                    <a:pt x="4976" y="1755"/>
                  </a:cubicBezTo>
                  <a:cubicBezTo>
                    <a:pt x="5127" y="1781"/>
                    <a:pt x="5974" y="2096"/>
                    <a:pt x="6857" y="2462"/>
                  </a:cubicBezTo>
                  <a:cubicBezTo>
                    <a:pt x="5974" y="2942"/>
                    <a:pt x="5986" y="2980"/>
                    <a:pt x="6100" y="3233"/>
                  </a:cubicBezTo>
                  <a:lnTo>
                    <a:pt x="6251" y="3473"/>
                  </a:lnTo>
                  <a:lnTo>
                    <a:pt x="6516" y="3410"/>
                  </a:lnTo>
                  <a:cubicBezTo>
                    <a:pt x="6706" y="3359"/>
                    <a:pt x="8411" y="3207"/>
                    <a:pt x="9913" y="3094"/>
                  </a:cubicBezTo>
                  <a:lnTo>
                    <a:pt x="10608" y="3043"/>
                  </a:lnTo>
                  <a:lnTo>
                    <a:pt x="8953" y="1427"/>
                  </a:lnTo>
                  <a:lnTo>
                    <a:pt x="4231" y="13"/>
                  </a:lnTo>
                  <a:lnTo>
                    <a:pt x="1933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22"/>
            <p:cNvSpPr/>
            <p:nvPr/>
          </p:nvSpPr>
          <p:spPr>
            <a:xfrm>
              <a:off x="1938650" y="3067875"/>
              <a:ext cx="120300" cy="55275"/>
            </a:xfrm>
            <a:custGeom>
              <a:rect b="b" l="l" r="r" t="t"/>
              <a:pathLst>
                <a:path extrusionOk="0" h="2211" w="4812">
                  <a:moveTo>
                    <a:pt x="1807" y="0"/>
                  </a:moveTo>
                  <a:lnTo>
                    <a:pt x="1099" y="1036"/>
                  </a:lnTo>
                  <a:lnTo>
                    <a:pt x="1" y="2210"/>
                  </a:lnTo>
                  <a:lnTo>
                    <a:pt x="1" y="2210"/>
                  </a:lnTo>
                  <a:lnTo>
                    <a:pt x="2842" y="1743"/>
                  </a:lnTo>
                  <a:lnTo>
                    <a:pt x="4812" y="2210"/>
                  </a:lnTo>
                  <a:lnTo>
                    <a:pt x="4812" y="2210"/>
                  </a:lnTo>
                  <a:lnTo>
                    <a:pt x="4408" y="493"/>
                  </a:lnTo>
                  <a:lnTo>
                    <a:pt x="1807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22"/>
            <p:cNvSpPr/>
            <p:nvPr/>
          </p:nvSpPr>
          <p:spPr>
            <a:xfrm>
              <a:off x="1916875" y="3059350"/>
              <a:ext cx="152175" cy="75475"/>
            </a:xfrm>
            <a:custGeom>
              <a:rect b="b" l="l" r="r" t="t"/>
              <a:pathLst>
                <a:path extrusionOk="0" h="3019" w="6087">
                  <a:moveTo>
                    <a:pt x="2829" y="695"/>
                  </a:moveTo>
                  <a:lnTo>
                    <a:pt x="5026" y="1099"/>
                  </a:lnTo>
                  <a:lnTo>
                    <a:pt x="5253" y="2122"/>
                  </a:lnTo>
                  <a:lnTo>
                    <a:pt x="5253" y="2122"/>
                  </a:lnTo>
                  <a:lnTo>
                    <a:pt x="3713" y="1756"/>
                  </a:lnTo>
                  <a:lnTo>
                    <a:pt x="1731" y="2084"/>
                  </a:lnTo>
                  <a:lnTo>
                    <a:pt x="2236" y="1541"/>
                  </a:lnTo>
                  <a:lnTo>
                    <a:pt x="2829" y="695"/>
                  </a:lnTo>
                  <a:close/>
                  <a:moveTo>
                    <a:pt x="2526" y="0"/>
                  </a:moveTo>
                  <a:lnTo>
                    <a:pt x="1743" y="1162"/>
                  </a:lnTo>
                  <a:lnTo>
                    <a:pt x="1" y="3018"/>
                  </a:lnTo>
                  <a:lnTo>
                    <a:pt x="3675" y="2400"/>
                  </a:lnTo>
                  <a:lnTo>
                    <a:pt x="6087" y="2980"/>
                  </a:lnTo>
                  <a:lnTo>
                    <a:pt x="5531" y="556"/>
                  </a:lnTo>
                  <a:lnTo>
                    <a:pt x="2526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22"/>
            <p:cNvSpPr/>
            <p:nvPr/>
          </p:nvSpPr>
          <p:spPr>
            <a:xfrm>
              <a:off x="1843950" y="3121225"/>
              <a:ext cx="55275" cy="29075"/>
            </a:xfrm>
            <a:custGeom>
              <a:rect b="b" l="l" r="r" t="t"/>
              <a:pathLst>
                <a:path extrusionOk="0" h="1163" w="2211">
                  <a:moveTo>
                    <a:pt x="1" y="0"/>
                  </a:moveTo>
                  <a:lnTo>
                    <a:pt x="1226" y="1162"/>
                  </a:lnTo>
                  <a:lnTo>
                    <a:pt x="2211" y="278"/>
                  </a:lnTo>
                  <a:lnTo>
                    <a:pt x="1655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22"/>
            <p:cNvSpPr/>
            <p:nvPr/>
          </p:nvSpPr>
          <p:spPr>
            <a:xfrm>
              <a:off x="1824375" y="3113325"/>
              <a:ext cx="88750" cy="47700"/>
            </a:xfrm>
            <a:custGeom>
              <a:rect b="b" l="l" r="r" t="t"/>
              <a:pathLst>
                <a:path extrusionOk="0" h="1908" w="3550">
                  <a:moveTo>
                    <a:pt x="2375" y="632"/>
                  </a:moveTo>
                  <a:lnTo>
                    <a:pt x="2438" y="670"/>
                  </a:lnTo>
                  <a:lnTo>
                    <a:pt x="2021" y="1049"/>
                  </a:lnTo>
                  <a:lnTo>
                    <a:pt x="1579" y="632"/>
                  </a:lnTo>
                  <a:close/>
                  <a:moveTo>
                    <a:pt x="1" y="1"/>
                  </a:moveTo>
                  <a:lnTo>
                    <a:pt x="1996" y="1907"/>
                  </a:lnTo>
                  <a:lnTo>
                    <a:pt x="3549" y="518"/>
                  </a:lnTo>
                  <a:lnTo>
                    <a:pt x="2514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22"/>
            <p:cNvSpPr/>
            <p:nvPr/>
          </p:nvSpPr>
          <p:spPr>
            <a:xfrm>
              <a:off x="2090500" y="3105425"/>
              <a:ext cx="65050" cy="33175"/>
            </a:xfrm>
            <a:custGeom>
              <a:rect b="b" l="l" r="r" t="t"/>
              <a:pathLst>
                <a:path extrusionOk="0" h="1327" w="2602">
                  <a:moveTo>
                    <a:pt x="0" y="1"/>
                  </a:moveTo>
                  <a:lnTo>
                    <a:pt x="468" y="1327"/>
                  </a:lnTo>
                  <a:lnTo>
                    <a:pt x="2602" y="65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22"/>
            <p:cNvSpPr/>
            <p:nvPr/>
          </p:nvSpPr>
          <p:spPr>
            <a:xfrm>
              <a:off x="2077875" y="3094075"/>
              <a:ext cx="106725" cy="54325"/>
            </a:xfrm>
            <a:custGeom>
              <a:rect b="b" l="l" r="r" t="t"/>
              <a:pathLst>
                <a:path extrusionOk="0" h="2173" w="4269">
                  <a:moveTo>
                    <a:pt x="998" y="910"/>
                  </a:moveTo>
                  <a:lnTo>
                    <a:pt x="1945" y="1137"/>
                  </a:lnTo>
                  <a:lnTo>
                    <a:pt x="1162" y="1377"/>
                  </a:lnTo>
                  <a:lnTo>
                    <a:pt x="998" y="910"/>
                  </a:lnTo>
                  <a:close/>
                  <a:moveTo>
                    <a:pt x="0" y="0"/>
                  </a:moveTo>
                  <a:lnTo>
                    <a:pt x="783" y="2172"/>
                  </a:lnTo>
                  <a:lnTo>
                    <a:pt x="4268" y="10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7" name="Google Shape;677;p23"/>
          <p:cNvGrpSpPr/>
          <p:nvPr/>
        </p:nvGrpSpPr>
        <p:grpSpPr>
          <a:xfrm>
            <a:off x="2445485" y="1348675"/>
            <a:ext cx="1196465" cy="116100"/>
            <a:chOff x="3415025" y="563200"/>
            <a:chExt cx="1595286" cy="154800"/>
          </a:xfrm>
        </p:grpSpPr>
        <p:sp>
          <p:nvSpPr>
            <p:cNvPr id="678" name="Google Shape;678;p23"/>
            <p:cNvSpPr/>
            <p:nvPr/>
          </p:nvSpPr>
          <p:spPr>
            <a:xfrm>
              <a:off x="3415025" y="563200"/>
              <a:ext cx="381000" cy="154800"/>
            </a:xfrm>
            <a:prstGeom prst="chevron">
              <a:avLst>
                <a:gd fmla="val 50000" name="adj"/>
              </a:avLst>
            </a:prstGeom>
            <a:solidFill>
              <a:srgbClr val="0070C0"/>
            </a:solidFill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750"/>
                <a:buFont typeface="Arial"/>
                <a:buNone/>
              </a:pPr>
              <a:r>
                <a:t/>
              </a:r>
              <a:endParaRPr b="1" sz="750">
                <a:solidFill>
                  <a:srgbClr val="22244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79" name="Google Shape;679;p23"/>
            <p:cNvSpPr/>
            <p:nvPr/>
          </p:nvSpPr>
          <p:spPr>
            <a:xfrm>
              <a:off x="3718596" y="563200"/>
              <a:ext cx="381000" cy="154800"/>
            </a:xfrm>
            <a:prstGeom prst="chevron">
              <a:avLst>
                <a:gd fmla="val 50000" name="adj"/>
              </a:avLst>
            </a:prstGeom>
            <a:solidFill>
              <a:srgbClr val="00AFD4"/>
            </a:solidFill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750"/>
                <a:buFont typeface="Arial"/>
                <a:buNone/>
              </a:pPr>
              <a:r>
                <a:t/>
              </a:r>
              <a:endParaRPr b="1" sz="750">
                <a:solidFill>
                  <a:srgbClr val="22244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80" name="Google Shape;680;p23"/>
            <p:cNvSpPr/>
            <p:nvPr/>
          </p:nvSpPr>
          <p:spPr>
            <a:xfrm>
              <a:off x="4022168" y="563200"/>
              <a:ext cx="381000" cy="154800"/>
            </a:xfrm>
            <a:prstGeom prst="chevron">
              <a:avLst>
                <a:gd fmla="val 50000" name="adj"/>
              </a:avLst>
            </a:prstGeom>
            <a:solidFill>
              <a:srgbClr val="0070C0"/>
            </a:solidFill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750"/>
                <a:buFont typeface="Arial"/>
                <a:buNone/>
              </a:pPr>
              <a:r>
                <a:t/>
              </a:r>
              <a:endParaRPr b="1" sz="750">
                <a:solidFill>
                  <a:srgbClr val="22244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81" name="Google Shape;681;p23"/>
            <p:cNvSpPr/>
            <p:nvPr/>
          </p:nvSpPr>
          <p:spPr>
            <a:xfrm>
              <a:off x="4325739" y="563200"/>
              <a:ext cx="381000" cy="154800"/>
            </a:xfrm>
            <a:prstGeom prst="chevron">
              <a:avLst>
                <a:gd fmla="val 50000" name="adj"/>
              </a:avLst>
            </a:prstGeom>
            <a:solidFill>
              <a:srgbClr val="00AFD4"/>
            </a:solidFill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750"/>
                <a:buFont typeface="Arial"/>
                <a:buNone/>
              </a:pPr>
              <a:r>
                <a:t/>
              </a:r>
              <a:endParaRPr b="1" sz="750">
                <a:solidFill>
                  <a:srgbClr val="22244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82" name="Google Shape;682;p23"/>
            <p:cNvSpPr/>
            <p:nvPr/>
          </p:nvSpPr>
          <p:spPr>
            <a:xfrm>
              <a:off x="4629311" y="563200"/>
              <a:ext cx="381000" cy="154800"/>
            </a:xfrm>
            <a:prstGeom prst="chevron">
              <a:avLst>
                <a:gd fmla="val 50000" name="adj"/>
              </a:avLst>
            </a:prstGeom>
            <a:solidFill>
              <a:srgbClr val="0070C0"/>
            </a:solidFill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750"/>
                <a:buFont typeface="Arial"/>
                <a:buNone/>
              </a:pPr>
              <a:r>
                <a:t/>
              </a:r>
              <a:endParaRPr b="1" sz="750">
                <a:solidFill>
                  <a:srgbClr val="22244E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83" name="Google Shape;683;p23"/>
          <p:cNvGrpSpPr/>
          <p:nvPr/>
        </p:nvGrpSpPr>
        <p:grpSpPr>
          <a:xfrm>
            <a:off x="5020616" y="2556017"/>
            <a:ext cx="1179496" cy="279496"/>
            <a:chOff x="3417981" y="2143776"/>
            <a:chExt cx="1652187" cy="391506"/>
          </a:xfrm>
        </p:grpSpPr>
        <p:grpSp>
          <p:nvGrpSpPr>
            <p:cNvPr id="684" name="Google Shape;684;p23"/>
            <p:cNvGrpSpPr/>
            <p:nvPr/>
          </p:nvGrpSpPr>
          <p:grpSpPr>
            <a:xfrm>
              <a:off x="3417981" y="2143776"/>
              <a:ext cx="502587" cy="318177"/>
              <a:chOff x="3417981" y="2143776"/>
              <a:chExt cx="502587" cy="318177"/>
            </a:xfrm>
          </p:grpSpPr>
          <p:cxnSp>
            <p:nvCxnSpPr>
              <p:cNvPr id="685" name="Google Shape;685;p23"/>
              <p:cNvCxnSpPr>
                <a:endCxn id="686" idx="2"/>
              </p:cNvCxnSpPr>
              <p:nvPr/>
            </p:nvCxnSpPr>
            <p:spPr>
              <a:xfrm>
                <a:off x="3651468" y="2345269"/>
                <a:ext cx="269100" cy="0"/>
              </a:xfrm>
              <a:prstGeom prst="straightConnector1">
                <a:avLst/>
              </a:prstGeom>
              <a:noFill/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87" name="Google Shape;687;p23"/>
              <p:cNvCxnSpPr>
                <a:stCxn id="688" idx="0"/>
              </p:cNvCxnSpPr>
              <p:nvPr/>
            </p:nvCxnSpPr>
            <p:spPr>
              <a:xfrm rot="10800000">
                <a:off x="3534651" y="2143776"/>
                <a:ext cx="0" cy="114600"/>
              </a:xfrm>
              <a:prstGeom prst="straightConnector1">
                <a:avLst/>
              </a:prstGeom>
              <a:noFill/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689" name="Google Shape;689;p23"/>
              <p:cNvSpPr/>
              <p:nvPr/>
            </p:nvSpPr>
            <p:spPr>
              <a:xfrm>
                <a:off x="3417981" y="2228553"/>
                <a:ext cx="233400" cy="233400"/>
              </a:xfrm>
              <a:prstGeom prst="ellipse">
                <a:avLst/>
              </a:prstGeom>
              <a:solidFill>
                <a:srgbClr val="0070C0"/>
              </a:solidFill>
              <a:ln cap="flat" cmpd="sng" w="214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8" name="Google Shape;688;p23"/>
              <p:cNvSpPr/>
              <p:nvPr/>
            </p:nvSpPr>
            <p:spPr>
              <a:xfrm>
                <a:off x="3447801" y="2258376"/>
                <a:ext cx="173700" cy="173700"/>
              </a:xfrm>
              <a:prstGeom prst="ellipse">
                <a:avLst/>
              </a:prstGeom>
              <a:solidFill>
                <a:srgbClr val="0070C0"/>
              </a:solidFill>
              <a:ln cap="flat" cmpd="sng" w="71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0" name="Google Shape;690;p23"/>
            <p:cNvGrpSpPr/>
            <p:nvPr/>
          </p:nvGrpSpPr>
          <p:grpSpPr>
            <a:xfrm>
              <a:off x="3890753" y="2228450"/>
              <a:ext cx="502800" cy="306832"/>
              <a:chOff x="3890753" y="2228450"/>
              <a:chExt cx="502800" cy="306832"/>
            </a:xfrm>
          </p:grpSpPr>
          <p:cxnSp>
            <p:nvCxnSpPr>
              <p:cNvPr id="691" name="Google Shape;691;p23"/>
              <p:cNvCxnSpPr>
                <a:stCxn id="692" idx="6"/>
                <a:endCxn id="693" idx="2"/>
              </p:cNvCxnSpPr>
              <p:nvPr/>
            </p:nvCxnSpPr>
            <p:spPr>
              <a:xfrm>
                <a:off x="4124453" y="2345300"/>
                <a:ext cx="269100" cy="0"/>
              </a:xfrm>
              <a:prstGeom prst="straightConnector1">
                <a:avLst/>
              </a:prstGeom>
              <a:noFill/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94" name="Google Shape;694;p23"/>
              <p:cNvCxnSpPr/>
              <p:nvPr/>
            </p:nvCxnSpPr>
            <p:spPr>
              <a:xfrm>
                <a:off x="4007365" y="2432082"/>
                <a:ext cx="0" cy="103200"/>
              </a:xfrm>
              <a:prstGeom prst="straightConnector1">
                <a:avLst/>
              </a:prstGeom>
              <a:noFill/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692" name="Google Shape;692;p23"/>
              <p:cNvSpPr/>
              <p:nvPr/>
            </p:nvSpPr>
            <p:spPr>
              <a:xfrm>
                <a:off x="3890753" y="2228450"/>
                <a:ext cx="233700" cy="233700"/>
              </a:xfrm>
              <a:prstGeom prst="ellipse">
                <a:avLst/>
              </a:prstGeom>
              <a:solidFill>
                <a:srgbClr val="0070C0"/>
              </a:solidFill>
              <a:ln cap="flat" cmpd="sng" w="214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6" name="Google Shape;686;p23"/>
              <p:cNvSpPr/>
              <p:nvPr/>
            </p:nvSpPr>
            <p:spPr>
              <a:xfrm>
                <a:off x="3920568" y="2258269"/>
                <a:ext cx="174000" cy="174000"/>
              </a:xfrm>
              <a:prstGeom prst="ellipse">
                <a:avLst/>
              </a:prstGeom>
              <a:solidFill>
                <a:srgbClr val="0070C0"/>
              </a:solidFill>
              <a:ln cap="flat" cmpd="sng" w="71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5" name="Google Shape;695;p23"/>
            <p:cNvGrpSpPr/>
            <p:nvPr/>
          </p:nvGrpSpPr>
          <p:grpSpPr>
            <a:xfrm>
              <a:off x="4363849" y="2143776"/>
              <a:ext cx="502800" cy="318177"/>
              <a:chOff x="4363849" y="2143776"/>
              <a:chExt cx="502800" cy="318177"/>
            </a:xfrm>
          </p:grpSpPr>
          <p:cxnSp>
            <p:nvCxnSpPr>
              <p:cNvPr id="696" name="Google Shape;696;p23"/>
              <p:cNvCxnSpPr>
                <a:stCxn id="697" idx="6"/>
                <a:endCxn id="698" idx="2"/>
              </p:cNvCxnSpPr>
              <p:nvPr/>
            </p:nvCxnSpPr>
            <p:spPr>
              <a:xfrm>
                <a:off x="4597249" y="2345253"/>
                <a:ext cx="269400" cy="0"/>
              </a:xfrm>
              <a:prstGeom prst="straightConnector1">
                <a:avLst/>
              </a:prstGeom>
              <a:noFill/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99" name="Google Shape;699;p23"/>
              <p:cNvCxnSpPr>
                <a:stCxn id="693" idx="0"/>
              </p:cNvCxnSpPr>
              <p:nvPr/>
            </p:nvCxnSpPr>
            <p:spPr>
              <a:xfrm rot="10800000">
                <a:off x="4480518" y="2143776"/>
                <a:ext cx="0" cy="114600"/>
              </a:xfrm>
              <a:prstGeom prst="straightConnector1">
                <a:avLst/>
              </a:prstGeom>
              <a:noFill/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697" name="Google Shape;697;p23"/>
              <p:cNvSpPr/>
              <p:nvPr/>
            </p:nvSpPr>
            <p:spPr>
              <a:xfrm>
                <a:off x="4363849" y="2228553"/>
                <a:ext cx="233400" cy="233400"/>
              </a:xfrm>
              <a:prstGeom prst="ellipse">
                <a:avLst/>
              </a:prstGeom>
              <a:solidFill>
                <a:srgbClr val="0070C0"/>
              </a:solidFill>
              <a:ln cap="flat" cmpd="sng" w="214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3" name="Google Shape;693;p23"/>
              <p:cNvSpPr/>
              <p:nvPr/>
            </p:nvSpPr>
            <p:spPr>
              <a:xfrm>
                <a:off x="4393668" y="2258376"/>
                <a:ext cx="173700" cy="173700"/>
              </a:xfrm>
              <a:prstGeom prst="ellipse">
                <a:avLst/>
              </a:prstGeom>
              <a:solidFill>
                <a:srgbClr val="0070C0"/>
              </a:solidFill>
              <a:ln cap="flat" cmpd="sng" w="71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0" name="Google Shape;700;p23"/>
            <p:cNvGrpSpPr/>
            <p:nvPr/>
          </p:nvGrpSpPr>
          <p:grpSpPr>
            <a:xfrm>
              <a:off x="4836768" y="2228553"/>
              <a:ext cx="233400" cy="306563"/>
              <a:chOff x="4836768" y="2228553"/>
              <a:chExt cx="233400" cy="306563"/>
            </a:xfrm>
          </p:grpSpPr>
          <p:cxnSp>
            <p:nvCxnSpPr>
              <p:cNvPr id="701" name="Google Shape;701;p23"/>
              <p:cNvCxnSpPr/>
              <p:nvPr/>
            </p:nvCxnSpPr>
            <p:spPr>
              <a:xfrm>
                <a:off x="4953531" y="2432216"/>
                <a:ext cx="0" cy="102900"/>
              </a:xfrm>
              <a:prstGeom prst="straightConnector1">
                <a:avLst/>
              </a:prstGeom>
              <a:noFill/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02" name="Google Shape;702;p23"/>
              <p:cNvSpPr/>
              <p:nvPr/>
            </p:nvSpPr>
            <p:spPr>
              <a:xfrm>
                <a:off x="4836768" y="2228553"/>
                <a:ext cx="233400" cy="233400"/>
              </a:xfrm>
              <a:prstGeom prst="ellipse">
                <a:avLst/>
              </a:prstGeom>
              <a:solidFill>
                <a:srgbClr val="0070C0"/>
              </a:solidFill>
              <a:ln cap="flat" cmpd="sng" w="214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p23"/>
              <p:cNvSpPr/>
              <p:nvPr/>
            </p:nvSpPr>
            <p:spPr>
              <a:xfrm>
                <a:off x="4866587" y="2258376"/>
                <a:ext cx="173700" cy="173700"/>
              </a:xfrm>
              <a:prstGeom prst="ellipse">
                <a:avLst/>
              </a:prstGeom>
              <a:solidFill>
                <a:srgbClr val="0070C0"/>
              </a:solidFill>
              <a:ln cap="flat" cmpd="sng" w="71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03" name="Google Shape;703;p23"/>
          <p:cNvGrpSpPr/>
          <p:nvPr/>
        </p:nvGrpSpPr>
        <p:grpSpPr>
          <a:xfrm>
            <a:off x="5013323" y="1820345"/>
            <a:ext cx="1186462" cy="549650"/>
            <a:chOff x="634175" y="2986275"/>
            <a:chExt cx="3147949" cy="1458344"/>
          </a:xfrm>
        </p:grpSpPr>
        <p:cxnSp>
          <p:nvCxnSpPr>
            <p:cNvPr id="704" name="Google Shape;704;p23"/>
            <p:cNvCxnSpPr>
              <a:stCxn id="705" idx="4"/>
              <a:endCxn id="706" idx="0"/>
            </p:cNvCxnSpPr>
            <p:nvPr/>
          </p:nvCxnSpPr>
          <p:spPr>
            <a:xfrm>
              <a:off x="929975" y="3577875"/>
              <a:ext cx="591300" cy="275100"/>
            </a:xfrm>
            <a:prstGeom prst="straightConnector1">
              <a:avLst/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7" name="Google Shape;707;p23"/>
            <p:cNvCxnSpPr>
              <a:stCxn id="706" idx="0"/>
              <a:endCxn id="708" idx="4"/>
            </p:cNvCxnSpPr>
            <p:nvPr/>
          </p:nvCxnSpPr>
          <p:spPr>
            <a:xfrm flipH="1" rot="10800000">
              <a:off x="1521366" y="3577919"/>
              <a:ext cx="686700" cy="275100"/>
            </a:xfrm>
            <a:prstGeom prst="straightConnector1">
              <a:avLst/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9" name="Google Shape;709;p23"/>
            <p:cNvCxnSpPr>
              <a:stCxn id="708" idx="4"/>
              <a:endCxn id="710" idx="0"/>
            </p:cNvCxnSpPr>
            <p:nvPr/>
          </p:nvCxnSpPr>
          <p:spPr>
            <a:xfrm>
              <a:off x="2208152" y="3577875"/>
              <a:ext cx="686700" cy="275100"/>
            </a:xfrm>
            <a:prstGeom prst="straightConnector1">
              <a:avLst/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1" name="Google Shape;711;p23"/>
            <p:cNvCxnSpPr>
              <a:stCxn id="710" idx="0"/>
              <a:endCxn id="712" idx="4"/>
            </p:cNvCxnSpPr>
            <p:nvPr/>
          </p:nvCxnSpPr>
          <p:spPr>
            <a:xfrm flipH="1" rot="10800000">
              <a:off x="2894933" y="3577918"/>
              <a:ext cx="591300" cy="275100"/>
            </a:xfrm>
            <a:prstGeom prst="straightConnector1">
              <a:avLst/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12" name="Google Shape;712;p23"/>
            <p:cNvSpPr/>
            <p:nvPr/>
          </p:nvSpPr>
          <p:spPr>
            <a:xfrm>
              <a:off x="3190524" y="2986275"/>
              <a:ext cx="591600" cy="591600"/>
            </a:xfrm>
            <a:prstGeom prst="ellipse">
              <a:avLst/>
            </a:prstGeom>
            <a:solidFill>
              <a:srgbClr val="0070C0"/>
            </a:solidFill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Arial"/>
                <a:buNone/>
              </a:pPr>
              <a:r>
                <a:t/>
              </a:r>
              <a:endParaRPr b="0" i="0" sz="1050" u="none" cap="none" strike="noStrike">
                <a:solidFill>
                  <a:srgbClr val="00C3B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23"/>
            <p:cNvSpPr/>
            <p:nvPr/>
          </p:nvSpPr>
          <p:spPr>
            <a:xfrm>
              <a:off x="1912352" y="2986275"/>
              <a:ext cx="591600" cy="591600"/>
            </a:xfrm>
            <a:prstGeom prst="ellipse">
              <a:avLst/>
            </a:prstGeom>
            <a:solidFill>
              <a:srgbClr val="0070C0"/>
            </a:solidFill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Arial"/>
                <a:buNone/>
              </a:pPr>
              <a:r>
                <a:t/>
              </a:r>
              <a:endParaRPr b="0" i="0" sz="1050" u="none" cap="none" strike="noStrike">
                <a:solidFill>
                  <a:srgbClr val="00C3B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23"/>
            <p:cNvSpPr/>
            <p:nvPr/>
          </p:nvSpPr>
          <p:spPr>
            <a:xfrm>
              <a:off x="634175" y="2986275"/>
              <a:ext cx="591600" cy="591600"/>
            </a:xfrm>
            <a:prstGeom prst="ellipse">
              <a:avLst/>
            </a:prstGeom>
            <a:solidFill>
              <a:srgbClr val="0070C0"/>
            </a:solidFill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Arial"/>
                <a:buNone/>
              </a:pPr>
              <a:r>
                <a:t/>
              </a:r>
              <a:endParaRPr b="0" i="0" sz="1050" u="none" cap="none" strike="noStrike">
                <a:solidFill>
                  <a:srgbClr val="00C3B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23"/>
            <p:cNvSpPr/>
            <p:nvPr/>
          </p:nvSpPr>
          <p:spPr>
            <a:xfrm>
              <a:off x="2599133" y="3853018"/>
              <a:ext cx="591600" cy="591600"/>
            </a:xfrm>
            <a:prstGeom prst="ellipse">
              <a:avLst/>
            </a:prstGeom>
            <a:solidFill>
              <a:srgbClr val="0070C0"/>
            </a:solidFill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Arial"/>
                <a:buNone/>
              </a:pPr>
              <a:r>
                <a:t/>
              </a:r>
              <a:endParaRPr b="0" i="0" sz="1050" u="none" cap="none" strike="noStrike">
                <a:solidFill>
                  <a:srgbClr val="00C3B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23"/>
            <p:cNvSpPr/>
            <p:nvPr/>
          </p:nvSpPr>
          <p:spPr>
            <a:xfrm>
              <a:off x="1225566" y="3853019"/>
              <a:ext cx="591600" cy="591600"/>
            </a:xfrm>
            <a:prstGeom prst="ellipse">
              <a:avLst/>
            </a:prstGeom>
            <a:solidFill>
              <a:srgbClr val="0070C0"/>
            </a:solidFill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25700" lIns="51425" spcFirstLastPara="1" rIns="51425" wrap="square" tIns="2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50"/>
                <a:buFont typeface="Arial"/>
                <a:buNone/>
              </a:pPr>
              <a:r>
                <a:t/>
              </a:r>
              <a:endPara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13" name="Google Shape;713;p23"/>
          <p:cNvGrpSpPr/>
          <p:nvPr/>
        </p:nvGrpSpPr>
        <p:grpSpPr>
          <a:xfrm>
            <a:off x="3812750" y="1329386"/>
            <a:ext cx="1061758" cy="1533328"/>
            <a:chOff x="5267818" y="537481"/>
            <a:chExt cx="1415678" cy="2044437"/>
          </a:xfrm>
        </p:grpSpPr>
        <p:sp>
          <p:nvSpPr>
            <p:cNvPr id="714" name="Google Shape;714;p23"/>
            <p:cNvSpPr/>
            <p:nvPr/>
          </p:nvSpPr>
          <p:spPr>
            <a:xfrm>
              <a:off x="5267818" y="537481"/>
              <a:ext cx="424500" cy="424500"/>
            </a:xfrm>
            <a:prstGeom prst="flowChartConnector">
              <a:avLst/>
            </a:prstGeom>
            <a:solidFill>
              <a:srgbClr val="0070C0"/>
            </a:solidFill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23"/>
            <p:cNvSpPr/>
            <p:nvPr/>
          </p:nvSpPr>
          <p:spPr>
            <a:xfrm>
              <a:off x="6258996" y="537481"/>
              <a:ext cx="424500" cy="424500"/>
            </a:xfrm>
            <a:prstGeom prst="flowChartConnector">
              <a:avLst/>
            </a:prstGeom>
            <a:solidFill>
              <a:srgbClr val="0070C0"/>
            </a:solidFill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23"/>
            <p:cNvSpPr/>
            <p:nvPr/>
          </p:nvSpPr>
          <p:spPr>
            <a:xfrm>
              <a:off x="6258996" y="1347449"/>
              <a:ext cx="424500" cy="424500"/>
            </a:xfrm>
            <a:prstGeom prst="flowChartConnector">
              <a:avLst/>
            </a:prstGeom>
            <a:solidFill>
              <a:srgbClr val="0070C0"/>
            </a:solidFill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17" name="Google Shape;717;p23"/>
            <p:cNvCxnSpPr>
              <a:stCxn id="714" idx="6"/>
              <a:endCxn id="715" idx="2"/>
            </p:cNvCxnSpPr>
            <p:nvPr/>
          </p:nvCxnSpPr>
          <p:spPr>
            <a:xfrm>
              <a:off x="5692318" y="749731"/>
              <a:ext cx="566700" cy="600"/>
            </a:xfrm>
            <a:prstGeom prst="bentConnector3">
              <a:avLst>
                <a:gd fmla="val 82493" name="adj1"/>
              </a:avLst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18" name="Google Shape;718;p23"/>
            <p:cNvCxnSpPr>
              <a:stCxn id="715" idx="4"/>
              <a:endCxn id="719" idx="0"/>
            </p:cNvCxnSpPr>
            <p:nvPr/>
          </p:nvCxnSpPr>
          <p:spPr>
            <a:xfrm rot="5400000">
              <a:off x="5782896" y="659131"/>
              <a:ext cx="385500" cy="991200"/>
            </a:xfrm>
            <a:prstGeom prst="bentConnector3">
              <a:avLst>
                <a:gd fmla="val -270376" name="adj1"/>
              </a:avLst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0" name="Google Shape;720;p23"/>
            <p:cNvCxnSpPr>
              <a:stCxn id="719" idx="6"/>
              <a:endCxn id="716" idx="2"/>
            </p:cNvCxnSpPr>
            <p:nvPr/>
          </p:nvCxnSpPr>
          <p:spPr>
            <a:xfrm>
              <a:off x="5692318" y="1559699"/>
              <a:ext cx="566700" cy="600"/>
            </a:xfrm>
            <a:prstGeom prst="bentConnector3">
              <a:avLst>
                <a:gd fmla="val 82493" name="adj1"/>
              </a:avLst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1" name="Google Shape;721;p23"/>
            <p:cNvCxnSpPr>
              <a:stCxn id="716" idx="4"/>
              <a:endCxn id="722" idx="0"/>
            </p:cNvCxnSpPr>
            <p:nvPr/>
          </p:nvCxnSpPr>
          <p:spPr>
            <a:xfrm rot="5400000">
              <a:off x="5782896" y="1469099"/>
              <a:ext cx="385500" cy="991200"/>
            </a:xfrm>
            <a:prstGeom prst="bentConnector3">
              <a:avLst>
                <a:gd fmla="val -270376" name="adj1"/>
              </a:avLst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19" name="Google Shape;719;p23"/>
            <p:cNvSpPr/>
            <p:nvPr/>
          </p:nvSpPr>
          <p:spPr>
            <a:xfrm>
              <a:off x="5267818" y="1347449"/>
              <a:ext cx="424500" cy="424500"/>
            </a:xfrm>
            <a:prstGeom prst="flowChartConnector">
              <a:avLst/>
            </a:prstGeom>
            <a:solidFill>
              <a:srgbClr val="0070C0"/>
            </a:solidFill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23"/>
            <p:cNvSpPr/>
            <p:nvPr/>
          </p:nvSpPr>
          <p:spPr>
            <a:xfrm>
              <a:off x="5267818" y="2157418"/>
              <a:ext cx="424500" cy="424500"/>
            </a:xfrm>
            <a:prstGeom prst="flowChartConnector">
              <a:avLst/>
            </a:prstGeom>
            <a:solidFill>
              <a:srgbClr val="0070C0"/>
            </a:solidFill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23"/>
            <p:cNvSpPr/>
            <p:nvPr/>
          </p:nvSpPr>
          <p:spPr>
            <a:xfrm>
              <a:off x="6258996" y="2157418"/>
              <a:ext cx="424500" cy="424500"/>
            </a:xfrm>
            <a:prstGeom prst="flowChartConnector">
              <a:avLst/>
            </a:prstGeom>
            <a:solidFill>
              <a:srgbClr val="0070C0"/>
            </a:solidFill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24" name="Google Shape;724;p23"/>
            <p:cNvCxnSpPr>
              <a:endCxn id="723" idx="2"/>
            </p:cNvCxnSpPr>
            <p:nvPr/>
          </p:nvCxnSpPr>
          <p:spPr>
            <a:xfrm>
              <a:off x="5691996" y="2369068"/>
              <a:ext cx="567000" cy="600"/>
            </a:xfrm>
            <a:prstGeom prst="bentConnector3">
              <a:avLst>
                <a:gd fmla="val 82478" name="adj1"/>
              </a:avLst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25" name="Google Shape;725;p23"/>
          <p:cNvGrpSpPr/>
          <p:nvPr/>
        </p:nvGrpSpPr>
        <p:grpSpPr>
          <a:xfrm>
            <a:off x="425974" y="1329380"/>
            <a:ext cx="1880704" cy="154696"/>
            <a:chOff x="725394" y="969857"/>
            <a:chExt cx="2507605" cy="206262"/>
          </a:xfrm>
        </p:grpSpPr>
        <p:grpSp>
          <p:nvGrpSpPr>
            <p:cNvPr id="726" name="Google Shape;726;p23"/>
            <p:cNvGrpSpPr/>
            <p:nvPr/>
          </p:nvGrpSpPr>
          <p:grpSpPr>
            <a:xfrm>
              <a:off x="725394" y="969857"/>
              <a:ext cx="609022" cy="123212"/>
              <a:chOff x="881025" y="2800065"/>
              <a:chExt cx="2009975" cy="412910"/>
            </a:xfrm>
          </p:grpSpPr>
          <p:sp>
            <p:nvSpPr>
              <p:cNvPr id="727" name="Google Shape;727;p23"/>
              <p:cNvSpPr/>
              <p:nvPr/>
            </p:nvSpPr>
            <p:spPr>
              <a:xfrm>
                <a:off x="932600" y="3079475"/>
                <a:ext cx="1958400" cy="133500"/>
              </a:xfrm>
              <a:prstGeom prst="rect">
                <a:avLst/>
              </a:prstGeom>
              <a:solidFill>
                <a:srgbClr val="0070C0"/>
              </a:solidFill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28" name="Google Shape;728;p23"/>
              <p:cNvGrpSpPr/>
              <p:nvPr/>
            </p:nvGrpSpPr>
            <p:grpSpPr>
              <a:xfrm>
                <a:off x="881025" y="2800065"/>
                <a:ext cx="92400" cy="346200"/>
                <a:chOff x="845575" y="2563700"/>
                <a:chExt cx="92400" cy="346200"/>
              </a:xfrm>
            </p:grpSpPr>
            <p:cxnSp>
              <p:nvCxnSpPr>
                <p:cNvPr id="729" name="Google Shape;729;p23"/>
                <p:cNvCxnSpPr>
                  <a:stCxn id="730" idx="4"/>
                  <a:endCxn id="727" idx="1"/>
                </p:cNvCxnSpPr>
                <p:nvPr/>
              </p:nvCxnSpPr>
              <p:spPr>
                <a:xfrm>
                  <a:off x="891775" y="2656100"/>
                  <a:ext cx="5400" cy="253800"/>
                </a:xfrm>
                <a:prstGeom prst="straightConnector1">
                  <a:avLst/>
                </a:prstGeom>
                <a:noFill/>
                <a:ln cap="flat" cmpd="sng" w="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730" name="Google Shape;730;p23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70C0"/>
                </a:solidFill>
                <a:ln cap="flat" cmpd="sng" w="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350"/>
                    <a:buFont typeface="Arial"/>
                    <a:buNone/>
                  </a:pPr>
                  <a:r>
                    <a:t/>
                  </a:r>
                  <a:endParaRPr sz="135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731" name="Google Shape;731;p23"/>
            <p:cNvGrpSpPr/>
            <p:nvPr/>
          </p:nvGrpSpPr>
          <p:grpSpPr>
            <a:xfrm>
              <a:off x="1321712" y="1053233"/>
              <a:ext cx="606085" cy="122886"/>
              <a:chOff x="2849073" y="3079475"/>
              <a:chExt cx="2000279" cy="411817"/>
            </a:xfrm>
          </p:grpSpPr>
          <p:sp>
            <p:nvSpPr>
              <p:cNvPr id="732" name="Google Shape;732;p23"/>
              <p:cNvSpPr/>
              <p:nvPr/>
            </p:nvSpPr>
            <p:spPr>
              <a:xfrm>
                <a:off x="2890952" y="3079475"/>
                <a:ext cx="1958400" cy="133500"/>
              </a:xfrm>
              <a:prstGeom prst="rect">
                <a:avLst/>
              </a:prstGeom>
              <a:solidFill>
                <a:srgbClr val="0070C0"/>
              </a:solidFill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33" name="Google Shape;733;p23"/>
              <p:cNvGrpSpPr/>
              <p:nvPr/>
            </p:nvGrpSpPr>
            <p:grpSpPr>
              <a:xfrm rot="10800000">
                <a:off x="2849073" y="3146292"/>
                <a:ext cx="92400" cy="345000"/>
                <a:chOff x="2070100" y="2563700"/>
                <a:chExt cx="92400" cy="345000"/>
              </a:xfrm>
            </p:grpSpPr>
            <p:cxnSp>
              <p:nvCxnSpPr>
                <p:cNvPr id="734" name="Google Shape;734;p23"/>
                <p:cNvCxnSpPr>
                  <a:stCxn id="735" idx="4"/>
                  <a:endCxn id="732" idx="1"/>
                </p:cNvCxnSpPr>
                <p:nvPr/>
              </p:nvCxnSpPr>
              <p:spPr>
                <a:xfrm>
                  <a:off x="2116300" y="2656100"/>
                  <a:ext cx="4200" cy="252600"/>
                </a:xfrm>
                <a:prstGeom prst="straightConnector1">
                  <a:avLst/>
                </a:prstGeom>
                <a:noFill/>
                <a:ln cap="flat" cmpd="sng" w="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735" name="Google Shape;735;p23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70C0"/>
                </a:solidFill>
                <a:ln cap="flat" cmpd="sng" w="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350"/>
                    <a:buFont typeface="Arial"/>
                    <a:buNone/>
                  </a:pPr>
                  <a:r>
                    <a:t/>
                  </a:r>
                  <a:endParaRPr sz="135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736" name="Google Shape;736;p23"/>
            <p:cNvGrpSpPr/>
            <p:nvPr/>
          </p:nvGrpSpPr>
          <p:grpSpPr>
            <a:xfrm>
              <a:off x="1915363" y="969857"/>
              <a:ext cx="605814" cy="123212"/>
              <a:chOff x="4808316" y="2800065"/>
              <a:chExt cx="1999386" cy="412910"/>
            </a:xfrm>
          </p:grpSpPr>
          <p:sp>
            <p:nvSpPr>
              <p:cNvPr id="737" name="Google Shape;737;p23"/>
              <p:cNvSpPr/>
              <p:nvPr/>
            </p:nvSpPr>
            <p:spPr>
              <a:xfrm>
                <a:off x="4849302" y="3079475"/>
                <a:ext cx="1958400" cy="133500"/>
              </a:xfrm>
              <a:prstGeom prst="rect">
                <a:avLst/>
              </a:prstGeom>
              <a:solidFill>
                <a:srgbClr val="0070C0"/>
              </a:solidFill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38" name="Google Shape;738;p23"/>
              <p:cNvGrpSpPr/>
              <p:nvPr/>
            </p:nvGrpSpPr>
            <p:grpSpPr>
              <a:xfrm>
                <a:off x="4808316" y="2800065"/>
                <a:ext cx="92400" cy="346200"/>
                <a:chOff x="845575" y="2563700"/>
                <a:chExt cx="92400" cy="346200"/>
              </a:xfrm>
            </p:grpSpPr>
            <p:cxnSp>
              <p:nvCxnSpPr>
                <p:cNvPr id="739" name="Google Shape;739;p23"/>
                <p:cNvCxnSpPr>
                  <a:stCxn id="740" idx="4"/>
                  <a:endCxn id="732" idx="3"/>
                </p:cNvCxnSpPr>
                <p:nvPr/>
              </p:nvCxnSpPr>
              <p:spPr>
                <a:xfrm flipH="1">
                  <a:off x="886675" y="2656100"/>
                  <a:ext cx="5100" cy="253800"/>
                </a:xfrm>
                <a:prstGeom prst="straightConnector1">
                  <a:avLst/>
                </a:prstGeom>
                <a:noFill/>
                <a:ln cap="flat" cmpd="sng" w="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740" name="Google Shape;740;p23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70C0"/>
                </a:solidFill>
                <a:ln cap="flat" cmpd="sng" w="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350"/>
                    <a:buFont typeface="Arial"/>
                    <a:buNone/>
                  </a:pPr>
                  <a:r>
                    <a:t/>
                  </a:r>
                  <a:endParaRPr sz="135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741" name="Google Shape;741;p23"/>
            <p:cNvGrpSpPr/>
            <p:nvPr/>
          </p:nvGrpSpPr>
          <p:grpSpPr>
            <a:xfrm>
              <a:off x="2506734" y="1053233"/>
              <a:ext cx="726265" cy="122886"/>
              <a:chOff x="6760035" y="3079475"/>
              <a:chExt cx="2396915" cy="411817"/>
            </a:xfrm>
          </p:grpSpPr>
          <p:sp>
            <p:nvSpPr>
              <p:cNvPr id="742" name="Google Shape;742;p23"/>
              <p:cNvSpPr/>
              <p:nvPr/>
            </p:nvSpPr>
            <p:spPr>
              <a:xfrm>
                <a:off x="6807650" y="3079475"/>
                <a:ext cx="2349300" cy="133500"/>
              </a:xfrm>
              <a:prstGeom prst="rect">
                <a:avLst/>
              </a:prstGeom>
              <a:solidFill>
                <a:srgbClr val="0070C0"/>
              </a:solidFill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43" name="Google Shape;743;p23"/>
              <p:cNvGrpSpPr/>
              <p:nvPr/>
            </p:nvGrpSpPr>
            <p:grpSpPr>
              <a:xfrm rot="10800000">
                <a:off x="6760035" y="3146292"/>
                <a:ext cx="92400" cy="345000"/>
                <a:chOff x="2070100" y="2563700"/>
                <a:chExt cx="92400" cy="345000"/>
              </a:xfrm>
            </p:grpSpPr>
            <p:cxnSp>
              <p:nvCxnSpPr>
                <p:cNvPr id="744" name="Google Shape;744;p23"/>
                <p:cNvCxnSpPr>
                  <a:stCxn id="745" idx="4"/>
                  <a:endCxn id="742" idx="1"/>
                </p:cNvCxnSpPr>
                <p:nvPr/>
              </p:nvCxnSpPr>
              <p:spPr>
                <a:xfrm flipH="1">
                  <a:off x="2114800" y="2656100"/>
                  <a:ext cx="1500" cy="252600"/>
                </a:xfrm>
                <a:prstGeom prst="straightConnector1">
                  <a:avLst/>
                </a:prstGeom>
                <a:noFill/>
                <a:ln cap="flat" cmpd="sng" w="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745" name="Google Shape;745;p23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70C0"/>
                </a:solidFill>
                <a:ln cap="flat" cmpd="sng" w="1430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350"/>
                    <a:buFont typeface="Arial"/>
                    <a:buNone/>
                  </a:pPr>
                  <a:r>
                    <a:t/>
                  </a:r>
                  <a:endParaRPr sz="135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746" name="Google Shape;746;p23"/>
          <p:cNvGrpSpPr/>
          <p:nvPr/>
        </p:nvGrpSpPr>
        <p:grpSpPr>
          <a:xfrm>
            <a:off x="425097" y="1716194"/>
            <a:ext cx="815136" cy="565664"/>
            <a:chOff x="724225" y="1019530"/>
            <a:chExt cx="1086848" cy="754219"/>
          </a:xfrm>
        </p:grpSpPr>
        <p:sp>
          <p:nvSpPr>
            <p:cNvPr id="747" name="Google Shape;747;p23"/>
            <p:cNvSpPr/>
            <p:nvPr/>
          </p:nvSpPr>
          <p:spPr>
            <a:xfrm>
              <a:off x="1733973" y="1019530"/>
              <a:ext cx="77100" cy="77100"/>
            </a:xfrm>
            <a:prstGeom prst="ellipse">
              <a:avLst/>
            </a:prstGeom>
            <a:solidFill>
              <a:srgbClr val="0070C0"/>
            </a:solidFill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48" name="Google Shape;748;p23"/>
            <p:cNvSpPr/>
            <p:nvPr/>
          </p:nvSpPr>
          <p:spPr>
            <a:xfrm>
              <a:off x="1733973" y="1211791"/>
              <a:ext cx="77100" cy="77100"/>
            </a:xfrm>
            <a:prstGeom prst="ellipse">
              <a:avLst/>
            </a:prstGeom>
            <a:solidFill>
              <a:srgbClr val="0070C0"/>
            </a:solidFill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49" name="Google Shape;749;p23"/>
            <p:cNvSpPr/>
            <p:nvPr/>
          </p:nvSpPr>
          <p:spPr>
            <a:xfrm>
              <a:off x="1733973" y="1470943"/>
              <a:ext cx="77100" cy="77100"/>
            </a:xfrm>
            <a:prstGeom prst="ellipse">
              <a:avLst/>
            </a:prstGeom>
            <a:solidFill>
              <a:srgbClr val="0070C0"/>
            </a:solidFill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50" name="Google Shape;750;p23"/>
            <p:cNvSpPr/>
            <p:nvPr/>
          </p:nvSpPr>
          <p:spPr>
            <a:xfrm>
              <a:off x="1733973" y="1696649"/>
              <a:ext cx="77100" cy="77100"/>
            </a:xfrm>
            <a:prstGeom prst="ellipse">
              <a:avLst/>
            </a:prstGeom>
            <a:solidFill>
              <a:srgbClr val="0070C0"/>
            </a:solidFill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51" name="Google Shape;751;p23"/>
            <p:cNvSpPr/>
            <p:nvPr/>
          </p:nvSpPr>
          <p:spPr>
            <a:xfrm>
              <a:off x="1244849" y="1571196"/>
              <a:ext cx="102300" cy="102300"/>
            </a:xfrm>
            <a:prstGeom prst="ellipse">
              <a:avLst/>
            </a:prstGeom>
            <a:solidFill>
              <a:srgbClr val="0070C0"/>
            </a:solidFill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52" name="Google Shape;752;p23"/>
            <p:cNvSpPr/>
            <p:nvPr/>
          </p:nvSpPr>
          <p:spPr>
            <a:xfrm>
              <a:off x="1244850" y="1103061"/>
              <a:ext cx="102300" cy="102300"/>
            </a:xfrm>
            <a:prstGeom prst="ellipse">
              <a:avLst/>
            </a:prstGeom>
            <a:solidFill>
              <a:srgbClr val="0070C0"/>
            </a:solidFill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53" name="Google Shape;753;p23"/>
            <p:cNvSpPr/>
            <p:nvPr/>
          </p:nvSpPr>
          <p:spPr>
            <a:xfrm>
              <a:off x="724225" y="1328956"/>
              <a:ext cx="133800" cy="133800"/>
            </a:xfrm>
            <a:prstGeom prst="ellipse">
              <a:avLst/>
            </a:prstGeom>
            <a:solidFill>
              <a:srgbClr val="0070C0"/>
            </a:solidFill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54" name="Google Shape;754;p23"/>
            <p:cNvSpPr/>
            <p:nvPr/>
          </p:nvSpPr>
          <p:spPr>
            <a:xfrm rot="5400000">
              <a:off x="1663025" y="1039030"/>
              <a:ext cx="44100" cy="38100"/>
            </a:xfrm>
            <a:prstGeom prst="triangle">
              <a:avLst>
                <a:gd fmla="val 50000" name="adj"/>
              </a:avLst>
            </a:prstGeom>
            <a:solidFill>
              <a:srgbClr val="0070C0"/>
            </a:solidFill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55" name="Google Shape;755;p23"/>
            <p:cNvSpPr/>
            <p:nvPr/>
          </p:nvSpPr>
          <p:spPr>
            <a:xfrm rot="5400000">
              <a:off x="1663025" y="1231291"/>
              <a:ext cx="44100" cy="38100"/>
            </a:xfrm>
            <a:prstGeom prst="triangle">
              <a:avLst>
                <a:gd fmla="val 50000" name="adj"/>
              </a:avLst>
            </a:prstGeom>
            <a:solidFill>
              <a:srgbClr val="0070C0"/>
            </a:solidFill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56" name="Google Shape;756;p23"/>
            <p:cNvSpPr/>
            <p:nvPr/>
          </p:nvSpPr>
          <p:spPr>
            <a:xfrm rot="5400000">
              <a:off x="1663025" y="1490453"/>
              <a:ext cx="44100" cy="38100"/>
            </a:xfrm>
            <a:prstGeom prst="triangle">
              <a:avLst>
                <a:gd fmla="val 50000" name="adj"/>
              </a:avLst>
            </a:prstGeom>
            <a:solidFill>
              <a:srgbClr val="0070C0"/>
            </a:solidFill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57" name="Google Shape;757;p23"/>
            <p:cNvSpPr/>
            <p:nvPr/>
          </p:nvSpPr>
          <p:spPr>
            <a:xfrm rot="5400000">
              <a:off x="1663025" y="1716149"/>
              <a:ext cx="44100" cy="38100"/>
            </a:xfrm>
            <a:prstGeom prst="triangle">
              <a:avLst>
                <a:gd fmla="val 50000" name="adj"/>
              </a:avLst>
            </a:prstGeom>
            <a:solidFill>
              <a:srgbClr val="0070C0"/>
            </a:solidFill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758" name="Google Shape;758;p23"/>
            <p:cNvCxnSpPr>
              <a:stCxn id="753" idx="6"/>
              <a:endCxn id="759" idx="3"/>
            </p:cNvCxnSpPr>
            <p:nvPr/>
          </p:nvCxnSpPr>
          <p:spPr>
            <a:xfrm flipH="1" rot="10800000">
              <a:off x="858025" y="1154356"/>
              <a:ext cx="318000" cy="241500"/>
            </a:xfrm>
            <a:prstGeom prst="curvedConnector3">
              <a:avLst>
                <a:gd fmla="val 99482" name="adj1"/>
              </a:avLst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0" name="Google Shape;760;p23"/>
            <p:cNvCxnSpPr>
              <a:stCxn id="753" idx="6"/>
              <a:endCxn id="761" idx="3"/>
            </p:cNvCxnSpPr>
            <p:nvPr/>
          </p:nvCxnSpPr>
          <p:spPr>
            <a:xfrm>
              <a:off x="858025" y="1395856"/>
              <a:ext cx="318000" cy="226500"/>
            </a:xfrm>
            <a:prstGeom prst="curvedConnector3">
              <a:avLst>
                <a:gd fmla="val 99482" name="adj1"/>
              </a:avLst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61" name="Google Shape;761;p23"/>
            <p:cNvSpPr/>
            <p:nvPr/>
          </p:nvSpPr>
          <p:spPr>
            <a:xfrm rot="5400000">
              <a:off x="1172875" y="1603296"/>
              <a:ext cx="44100" cy="38100"/>
            </a:xfrm>
            <a:prstGeom prst="triangle">
              <a:avLst>
                <a:gd fmla="val 50000" name="adj"/>
              </a:avLst>
            </a:prstGeom>
            <a:solidFill>
              <a:srgbClr val="0070C0"/>
            </a:solidFill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59" name="Google Shape;759;p23"/>
            <p:cNvSpPr/>
            <p:nvPr/>
          </p:nvSpPr>
          <p:spPr>
            <a:xfrm rot="5400000">
              <a:off x="1172875" y="1135162"/>
              <a:ext cx="44100" cy="38100"/>
            </a:xfrm>
            <a:prstGeom prst="triangle">
              <a:avLst>
                <a:gd fmla="val 50000" name="adj"/>
              </a:avLst>
            </a:prstGeom>
            <a:solidFill>
              <a:srgbClr val="0070C0"/>
            </a:solidFill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762" name="Google Shape;762;p23"/>
            <p:cNvCxnSpPr>
              <a:stCxn id="752" idx="6"/>
              <a:endCxn id="754" idx="3"/>
            </p:cNvCxnSpPr>
            <p:nvPr/>
          </p:nvCxnSpPr>
          <p:spPr>
            <a:xfrm flipH="1" rot="10800000">
              <a:off x="1347150" y="1058211"/>
              <a:ext cx="318900" cy="96000"/>
            </a:xfrm>
            <a:prstGeom prst="curvedConnector3">
              <a:avLst>
                <a:gd fmla="val 99362" name="adj1"/>
              </a:avLst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3" name="Google Shape;763;p23"/>
            <p:cNvCxnSpPr>
              <a:stCxn id="752" idx="6"/>
              <a:endCxn id="755" idx="3"/>
            </p:cNvCxnSpPr>
            <p:nvPr/>
          </p:nvCxnSpPr>
          <p:spPr>
            <a:xfrm>
              <a:off x="1347150" y="1154211"/>
              <a:ext cx="318900" cy="96000"/>
            </a:xfrm>
            <a:prstGeom prst="curvedConnector3">
              <a:avLst>
                <a:gd fmla="val 99362" name="adj1"/>
              </a:avLst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4" name="Google Shape;764;p23"/>
            <p:cNvCxnSpPr>
              <a:stCxn id="751" idx="6"/>
              <a:endCxn id="756" idx="3"/>
            </p:cNvCxnSpPr>
            <p:nvPr/>
          </p:nvCxnSpPr>
          <p:spPr>
            <a:xfrm flipH="1" rot="10800000">
              <a:off x="1347149" y="1509546"/>
              <a:ext cx="318900" cy="112800"/>
            </a:xfrm>
            <a:prstGeom prst="curvedConnector3">
              <a:avLst>
                <a:gd fmla="val 99362" name="adj1"/>
              </a:avLst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5" name="Google Shape;765;p23"/>
            <p:cNvCxnSpPr>
              <a:stCxn id="751" idx="6"/>
              <a:endCxn id="757" idx="3"/>
            </p:cNvCxnSpPr>
            <p:nvPr/>
          </p:nvCxnSpPr>
          <p:spPr>
            <a:xfrm>
              <a:off x="1347149" y="1622346"/>
              <a:ext cx="318900" cy="112800"/>
            </a:xfrm>
            <a:prstGeom prst="curvedConnector3">
              <a:avLst>
                <a:gd fmla="val 99362" name="adj1"/>
              </a:avLst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66" name="Google Shape;766;p23"/>
          <p:cNvGrpSpPr/>
          <p:nvPr/>
        </p:nvGrpSpPr>
        <p:grpSpPr>
          <a:xfrm>
            <a:off x="1489253" y="1716975"/>
            <a:ext cx="815136" cy="564103"/>
            <a:chOff x="2143100" y="1328013"/>
            <a:chExt cx="1086848" cy="752137"/>
          </a:xfrm>
        </p:grpSpPr>
        <p:sp>
          <p:nvSpPr>
            <p:cNvPr id="767" name="Google Shape;767;p23"/>
            <p:cNvSpPr/>
            <p:nvPr/>
          </p:nvSpPr>
          <p:spPr>
            <a:xfrm>
              <a:off x="3152848" y="1340613"/>
              <a:ext cx="77100" cy="77100"/>
            </a:xfrm>
            <a:prstGeom prst="ellipse">
              <a:avLst/>
            </a:prstGeom>
            <a:solidFill>
              <a:srgbClr val="0070C0"/>
            </a:solidFill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68" name="Google Shape;768;p23"/>
            <p:cNvSpPr/>
            <p:nvPr/>
          </p:nvSpPr>
          <p:spPr>
            <a:xfrm>
              <a:off x="3152848" y="1557221"/>
              <a:ext cx="77100" cy="77100"/>
            </a:xfrm>
            <a:prstGeom prst="ellipse">
              <a:avLst/>
            </a:prstGeom>
            <a:solidFill>
              <a:srgbClr val="0070C0"/>
            </a:solidFill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69" name="Google Shape;769;p23"/>
            <p:cNvSpPr/>
            <p:nvPr/>
          </p:nvSpPr>
          <p:spPr>
            <a:xfrm>
              <a:off x="3152848" y="1773829"/>
              <a:ext cx="77100" cy="77100"/>
            </a:xfrm>
            <a:prstGeom prst="ellipse">
              <a:avLst/>
            </a:prstGeom>
            <a:solidFill>
              <a:srgbClr val="0070C0"/>
            </a:solidFill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70" name="Google Shape;770;p23"/>
            <p:cNvSpPr/>
            <p:nvPr/>
          </p:nvSpPr>
          <p:spPr>
            <a:xfrm>
              <a:off x="3152848" y="1990438"/>
              <a:ext cx="77100" cy="77100"/>
            </a:xfrm>
            <a:prstGeom prst="ellipse">
              <a:avLst/>
            </a:prstGeom>
            <a:solidFill>
              <a:srgbClr val="0070C0"/>
            </a:solidFill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71" name="Google Shape;771;p23"/>
            <p:cNvSpPr/>
            <p:nvPr/>
          </p:nvSpPr>
          <p:spPr>
            <a:xfrm>
              <a:off x="2477249" y="1977850"/>
              <a:ext cx="102300" cy="102300"/>
            </a:xfrm>
            <a:prstGeom prst="ellipse">
              <a:avLst/>
            </a:prstGeom>
            <a:solidFill>
              <a:srgbClr val="0070C0"/>
            </a:solidFill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72" name="Google Shape;772;p23"/>
            <p:cNvSpPr/>
            <p:nvPr/>
          </p:nvSpPr>
          <p:spPr>
            <a:xfrm>
              <a:off x="2477250" y="1328013"/>
              <a:ext cx="102300" cy="102300"/>
            </a:xfrm>
            <a:prstGeom prst="ellipse">
              <a:avLst/>
            </a:prstGeom>
            <a:solidFill>
              <a:srgbClr val="0070C0"/>
            </a:solidFill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73" name="Google Shape;773;p23"/>
            <p:cNvSpPr/>
            <p:nvPr/>
          </p:nvSpPr>
          <p:spPr>
            <a:xfrm>
              <a:off x="2143177" y="1641385"/>
              <a:ext cx="133646" cy="133865"/>
            </a:xfrm>
            <a:custGeom>
              <a:rect b="b" l="l" r="r" t="t"/>
              <a:pathLst>
                <a:path extrusionOk="0" h="20115" w="20082">
                  <a:moveTo>
                    <a:pt x="10041" y="1"/>
                  </a:moveTo>
                  <a:cubicBezTo>
                    <a:pt x="4503" y="1"/>
                    <a:pt x="0" y="4504"/>
                    <a:pt x="0" y="10041"/>
                  </a:cubicBezTo>
                  <a:cubicBezTo>
                    <a:pt x="0" y="15612"/>
                    <a:pt x="4503" y="20115"/>
                    <a:pt x="10041" y="20115"/>
                  </a:cubicBezTo>
                  <a:cubicBezTo>
                    <a:pt x="15578" y="20115"/>
                    <a:pt x="20081" y="15612"/>
                    <a:pt x="20081" y="10041"/>
                  </a:cubicBezTo>
                  <a:cubicBezTo>
                    <a:pt x="20081" y="4504"/>
                    <a:pt x="15578" y="1"/>
                    <a:pt x="10041" y="1"/>
                  </a:cubicBezTo>
                  <a:close/>
                </a:path>
              </a:pathLst>
            </a:custGeom>
            <a:solidFill>
              <a:srgbClr val="0070C0"/>
            </a:solidFill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23"/>
            <p:cNvSpPr/>
            <p:nvPr/>
          </p:nvSpPr>
          <p:spPr>
            <a:xfrm>
              <a:off x="2143100" y="1641919"/>
              <a:ext cx="133800" cy="133800"/>
            </a:xfrm>
            <a:prstGeom prst="ellipse">
              <a:avLst/>
            </a:prstGeom>
            <a:solidFill>
              <a:srgbClr val="0070C0"/>
            </a:solidFill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775" name="Google Shape;775;p23"/>
            <p:cNvCxnSpPr>
              <a:stCxn id="774" idx="0"/>
              <a:endCxn id="772" idx="2"/>
            </p:cNvCxnSpPr>
            <p:nvPr/>
          </p:nvCxnSpPr>
          <p:spPr>
            <a:xfrm rot="-5400000">
              <a:off x="2212250" y="1376869"/>
              <a:ext cx="262800" cy="267300"/>
            </a:xfrm>
            <a:prstGeom prst="bentConnector2">
              <a:avLst/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6" name="Google Shape;776;p23"/>
            <p:cNvCxnSpPr>
              <a:stCxn id="774" idx="4"/>
              <a:endCxn id="771" idx="2"/>
            </p:cNvCxnSpPr>
            <p:nvPr/>
          </p:nvCxnSpPr>
          <p:spPr>
            <a:xfrm flipH="1" rot="-5400000">
              <a:off x="2217050" y="1768669"/>
              <a:ext cx="253200" cy="267300"/>
            </a:xfrm>
            <a:prstGeom prst="bentConnector2">
              <a:avLst/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7" name="Google Shape;777;p23"/>
            <p:cNvCxnSpPr>
              <a:stCxn id="771" idx="6"/>
              <a:endCxn id="770" idx="2"/>
            </p:cNvCxnSpPr>
            <p:nvPr/>
          </p:nvCxnSpPr>
          <p:spPr>
            <a:xfrm>
              <a:off x="2579549" y="2029000"/>
              <a:ext cx="573300" cy="600"/>
            </a:xfrm>
            <a:prstGeom prst="bentConnector3">
              <a:avLst>
                <a:gd fmla="val 77460" name="adj1"/>
              </a:avLst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8" name="Google Shape;778;p23"/>
            <p:cNvCxnSpPr>
              <a:stCxn id="771" idx="6"/>
              <a:endCxn id="769" idx="2"/>
            </p:cNvCxnSpPr>
            <p:nvPr/>
          </p:nvCxnSpPr>
          <p:spPr>
            <a:xfrm flipH="1" rot="10800000">
              <a:off x="2579549" y="1812400"/>
              <a:ext cx="573300" cy="216600"/>
            </a:xfrm>
            <a:prstGeom prst="bentConnector3">
              <a:avLst>
                <a:gd fmla="val 77460" name="adj1"/>
              </a:avLst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9" name="Google Shape;779;p23"/>
            <p:cNvCxnSpPr>
              <a:stCxn id="772" idx="6"/>
              <a:endCxn id="768" idx="2"/>
            </p:cNvCxnSpPr>
            <p:nvPr/>
          </p:nvCxnSpPr>
          <p:spPr>
            <a:xfrm>
              <a:off x="2579550" y="1379163"/>
              <a:ext cx="573300" cy="216600"/>
            </a:xfrm>
            <a:prstGeom prst="bentConnector3">
              <a:avLst>
                <a:gd fmla="val 77460" name="adj1"/>
              </a:avLst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0" name="Google Shape;780;p23"/>
            <p:cNvCxnSpPr>
              <a:stCxn id="772" idx="6"/>
              <a:endCxn id="767" idx="2"/>
            </p:cNvCxnSpPr>
            <p:nvPr/>
          </p:nvCxnSpPr>
          <p:spPr>
            <a:xfrm>
              <a:off x="2579550" y="1379163"/>
              <a:ext cx="573300" cy="600"/>
            </a:xfrm>
            <a:prstGeom prst="bentConnector3">
              <a:avLst>
                <a:gd fmla="val 77460" name="adj1"/>
              </a:avLst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81" name="Google Shape;781;p23"/>
          <p:cNvGrpSpPr/>
          <p:nvPr/>
        </p:nvGrpSpPr>
        <p:grpSpPr>
          <a:xfrm>
            <a:off x="2470419" y="1714714"/>
            <a:ext cx="1179353" cy="568626"/>
            <a:chOff x="3406121" y="972084"/>
            <a:chExt cx="1572470" cy="758168"/>
          </a:xfrm>
        </p:grpSpPr>
        <p:grpSp>
          <p:nvGrpSpPr>
            <p:cNvPr id="782" name="Google Shape;782;p23"/>
            <p:cNvGrpSpPr/>
            <p:nvPr/>
          </p:nvGrpSpPr>
          <p:grpSpPr>
            <a:xfrm>
              <a:off x="3406121" y="972084"/>
              <a:ext cx="408248" cy="496944"/>
              <a:chOff x="3406121" y="1290134"/>
              <a:chExt cx="408248" cy="496944"/>
            </a:xfrm>
          </p:grpSpPr>
          <p:cxnSp>
            <p:nvCxnSpPr>
              <p:cNvPr id="783" name="Google Shape;783;p23"/>
              <p:cNvCxnSpPr>
                <a:stCxn id="784" idx="6"/>
                <a:endCxn id="785" idx="2"/>
              </p:cNvCxnSpPr>
              <p:nvPr/>
            </p:nvCxnSpPr>
            <p:spPr>
              <a:xfrm>
                <a:off x="3607721" y="1686278"/>
                <a:ext cx="185700" cy="0"/>
              </a:xfrm>
              <a:prstGeom prst="straightConnector1">
                <a:avLst/>
              </a:prstGeom>
              <a:noFill/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6" name="Google Shape;786;p23"/>
              <p:cNvCxnSpPr>
                <a:stCxn id="784" idx="0"/>
                <a:endCxn id="787" idx="1"/>
              </p:cNvCxnSpPr>
              <p:nvPr/>
            </p:nvCxnSpPr>
            <p:spPr>
              <a:xfrm rot="10800000">
                <a:off x="3506921" y="1343678"/>
                <a:ext cx="0" cy="241800"/>
              </a:xfrm>
              <a:prstGeom prst="straightConnector1">
                <a:avLst/>
              </a:prstGeom>
              <a:noFill/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87" name="Google Shape;787;p23"/>
              <p:cNvSpPr/>
              <p:nvPr/>
            </p:nvSpPr>
            <p:spPr>
              <a:xfrm>
                <a:off x="3506869" y="1290134"/>
                <a:ext cx="307500" cy="107100"/>
              </a:xfrm>
              <a:prstGeom prst="rect">
                <a:avLst/>
              </a:prstGeom>
              <a:solidFill>
                <a:srgbClr val="0070C0"/>
              </a:solidFill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4" name="Google Shape;784;p23"/>
              <p:cNvSpPr/>
              <p:nvPr/>
            </p:nvSpPr>
            <p:spPr>
              <a:xfrm>
                <a:off x="3406121" y="1585478"/>
                <a:ext cx="201600" cy="201600"/>
              </a:xfrm>
              <a:prstGeom prst="ellipse">
                <a:avLst/>
              </a:prstGeom>
              <a:solidFill>
                <a:srgbClr val="0070C0"/>
              </a:solidFill>
              <a:ln cap="flat" cmpd="sng" w="71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788" name="Google Shape;788;p23"/>
            <p:cNvCxnSpPr>
              <a:stCxn id="789" idx="1"/>
              <a:endCxn id="790" idx="4"/>
            </p:cNvCxnSpPr>
            <p:nvPr/>
          </p:nvCxnSpPr>
          <p:spPr>
            <a:xfrm rot="10800000">
              <a:off x="4668929" y="1468927"/>
              <a:ext cx="0" cy="191400"/>
            </a:xfrm>
            <a:prstGeom prst="straightConnector1">
              <a:avLst/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91" name="Google Shape;791;p23"/>
            <p:cNvGrpSpPr/>
            <p:nvPr/>
          </p:nvGrpSpPr>
          <p:grpSpPr>
            <a:xfrm>
              <a:off x="3793478" y="1267428"/>
              <a:ext cx="408275" cy="462824"/>
              <a:chOff x="3793478" y="1585478"/>
              <a:chExt cx="408275" cy="462824"/>
            </a:xfrm>
          </p:grpSpPr>
          <p:cxnSp>
            <p:nvCxnSpPr>
              <p:cNvPr id="792" name="Google Shape;792;p23"/>
              <p:cNvCxnSpPr>
                <a:stCxn id="793" idx="1"/>
                <a:endCxn id="785" idx="4"/>
              </p:cNvCxnSpPr>
              <p:nvPr/>
            </p:nvCxnSpPr>
            <p:spPr>
              <a:xfrm rot="10800000">
                <a:off x="3894253" y="1787152"/>
                <a:ext cx="0" cy="207600"/>
              </a:xfrm>
              <a:prstGeom prst="straightConnector1">
                <a:avLst/>
              </a:prstGeom>
              <a:noFill/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93" name="Google Shape;793;p23"/>
              <p:cNvSpPr/>
              <p:nvPr/>
            </p:nvSpPr>
            <p:spPr>
              <a:xfrm>
                <a:off x="3894253" y="1941202"/>
                <a:ext cx="307500" cy="107100"/>
              </a:xfrm>
              <a:prstGeom prst="rect">
                <a:avLst/>
              </a:prstGeom>
              <a:solidFill>
                <a:srgbClr val="0070C0"/>
              </a:solidFill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5" name="Google Shape;785;p23"/>
              <p:cNvSpPr/>
              <p:nvPr/>
            </p:nvSpPr>
            <p:spPr>
              <a:xfrm>
                <a:off x="3793478" y="1585478"/>
                <a:ext cx="201600" cy="201600"/>
              </a:xfrm>
              <a:prstGeom prst="ellipse">
                <a:avLst/>
              </a:prstGeom>
              <a:solidFill>
                <a:srgbClr val="0070C0"/>
              </a:solidFill>
              <a:ln cap="flat" cmpd="sng" w="71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94" name="Google Shape;794;p23"/>
              <p:cNvCxnSpPr>
                <a:stCxn id="785" idx="6"/>
                <a:endCxn id="795" idx="2"/>
              </p:cNvCxnSpPr>
              <p:nvPr/>
            </p:nvCxnSpPr>
            <p:spPr>
              <a:xfrm>
                <a:off x="3995078" y="1686278"/>
                <a:ext cx="185700" cy="600"/>
              </a:xfrm>
              <a:prstGeom prst="bentConnector3">
                <a:avLst>
                  <a:gd fmla="val 50015" name="adj1"/>
                </a:avLst>
              </a:prstGeom>
              <a:noFill/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796" name="Google Shape;796;p23"/>
            <p:cNvGrpSpPr/>
            <p:nvPr/>
          </p:nvGrpSpPr>
          <p:grpSpPr>
            <a:xfrm>
              <a:off x="4180835" y="972084"/>
              <a:ext cx="408282" cy="496944"/>
              <a:chOff x="4180835" y="1290134"/>
              <a:chExt cx="408282" cy="496944"/>
            </a:xfrm>
          </p:grpSpPr>
          <p:cxnSp>
            <p:nvCxnSpPr>
              <p:cNvPr id="797" name="Google Shape;797;p23"/>
              <p:cNvCxnSpPr>
                <a:stCxn id="795" idx="0"/>
                <a:endCxn id="798" idx="1"/>
              </p:cNvCxnSpPr>
              <p:nvPr/>
            </p:nvCxnSpPr>
            <p:spPr>
              <a:xfrm rot="10800000">
                <a:off x="4281635" y="1343678"/>
                <a:ext cx="0" cy="241800"/>
              </a:xfrm>
              <a:prstGeom prst="straightConnector1">
                <a:avLst/>
              </a:prstGeom>
              <a:noFill/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798" name="Google Shape;798;p23"/>
              <p:cNvSpPr/>
              <p:nvPr/>
            </p:nvSpPr>
            <p:spPr>
              <a:xfrm>
                <a:off x="4281617" y="1290134"/>
                <a:ext cx="307500" cy="107100"/>
              </a:xfrm>
              <a:prstGeom prst="rect">
                <a:avLst/>
              </a:prstGeom>
              <a:solidFill>
                <a:srgbClr val="0070C0"/>
              </a:solidFill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5" name="Google Shape;795;p23"/>
              <p:cNvSpPr/>
              <p:nvPr/>
            </p:nvSpPr>
            <p:spPr>
              <a:xfrm>
                <a:off x="4180835" y="1585478"/>
                <a:ext cx="201600" cy="201600"/>
              </a:xfrm>
              <a:prstGeom prst="ellipse">
                <a:avLst/>
              </a:prstGeom>
              <a:solidFill>
                <a:srgbClr val="0070C0"/>
              </a:solidFill>
              <a:ln cap="flat" cmpd="sng" w="71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99" name="Google Shape;799;p23"/>
              <p:cNvCxnSpPr>
                <a:stCxn id="795" idx="6"/>
                <a:endCxn id="790" idx="2"/>
              </p:cNvCxnSpPr>
              <p:nvPr/>
            </p:nvCxnSpPr>
            <p:spPr>
              <a:xfrm>
                <a:off x="4382435" y="1686278"/>
                <a:ext cx="185700" cy="0"/>
              </a:xfrm>
              <a:prstGeom prst="straightConnector1">
                <a:avLst/>
              </a:prstGeom>
              <a:noFill/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800" name="Google Shape;800;p23"/>
            <p:cNvGrpSpPr/>
            <p:nvPr/>
          </p:nvGrpSpPr>
          <p:grpSpPr>
            <a:xfrm>
              <a:off x="4568191" y="1267428"/>
              <a:ext cx="410400" cy="446449"/>
              <a:chOff x="4568191" y="1585478"/>
              <a:chExt cx="410400" cy="446449"/>
            </a:xfrm>
          </p:grpSpPr>
          <p:sp>
            <p:nvSpPr>
              <p:cNvPr id="789" name="Google Shape;789;p23"/>
              <p:cNvSpPr/>
              <p:nvPr/>
            </p:nvSpPr>
            <p:spPr>
              <a:xfrm>
                <a:off x="4668929" y="1924827"/>
                <a:ext cx="307500" cy="107100"/>
              </a:xfrm>
              <a:prstGeom prst="rect">
                <a:avLst/>
              </a:prstGeom>
              <a:solidFill>
                <a:srgbClr val="0070C0"/>
              </a:solidFill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23"/>
              <p:cNvSpPr/>
              <p:nvPr/>
            </p:nvSpPr>
            <p:spPr>
              <a:xfrm>
                <a:off x="4568191" y="1585478"/>
                <a:ext cx="201600" cy="201600"/>
              </a:xfrm>
              <a:prstGeom prst="ellipse">
                <a:avLst/>
              </a:prstGeom>
              <a:solidFill>
                <a:srgbClr val="0070C0"/>
              </a:solidFill>
              <a:ln cap="flat" cmpd="sng" w="71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01" name="Google Shape;801;p23"/>
              <p:cNvCxnSpPr>
                <a:stCxn id="790" idx="6"/>
              </p:cNvCxnSpPr>
              <p:nvPr/>
            </p:nvCxnSpPr>
            <p:spPr>
              <a:xfrm>
                <a:off x="4769791" y="1686278"/>
                <a:ext cx="208800" cy="0"/>
              </a:xfrm>
              <a:prstGeom prst="straightConnector1">
                <a:avLst/>
              </a:prstGeom>
              <a:noFill/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</p:grpSp>
      <p:grpSp>
        <p:nvGrpSpPr>
          <p:cNvPr id="802" name="Google Shape;802;p23"/>
          <p:cNvGrpSpPr/>
          <p:nvPr/>
        </p:nvGrpSpPr>
        <p:grpSpPr>
          <a:xfrm>
            <a:off x="5020910" y="1348620"/>
            <a:ext cx="1186383" cy="285627"/>
            <a:chOff x="6848925" y="1387771"/>
            <a:chExt cx="1581844" cy="380836"/>
          </a:xfrm>
        </p:grpSpPr>
        <p:sp>
          <p:nvSpPr>
            <p:cNvPr id="803" name="Google Shape;803;p23"/>
            <p:cNvSpPr/>
            <p:nvPr/>
          </p:nvSpPr>
          <p:spPr>
            <a:xfrm>
              <a:off x="6848925" y="1387771"/>
              <a:ext cx="267600" cy="2319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0070C0"/>
            </a:solidFill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04" name="Google Shape;804;p23"/>
            <p:cNvSpPr/>
            <p:nvPr/>
          </p:nvSpPr>
          <p:spPr>
            <a:xfrm>
              <a:off x="7177486" y="1536707"/>
              <a:ext cx="267600" cy="2319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0070C0"/>
            </a:solidFill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805" name="Google Shape;805;p23"/>
            <p:cNvCxnSpPr>
              <a:stCxn id="803" idx="0"/>
              <a:endCxn id="804" idx="3"/>
            </p:cNvCxnSpPr>
            <p:nvPr/>
          </p:nvCxnSpPr>
          <p:spPr>
            <a:xfrm>
              <a:off x="7116525" y="1503721"/>
              <a:ext cx="60900" cy="148800"/>
            </a:xfrm>
            <a:prstGeom prst="bentConnector3">
              <a:avLst>
                <a:gd fmla="val 303546" name="adj1"/>
              </a:avLst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06" name="Google Shape;806;p23"/>
            <p:cNvSpPr/>
            <p:nvPr/>
          </p:nvSpPr>
          <p:spPr>
            <a:xfrm>
              <a:off x="7506047" y="1387771"/>
              <a:ext cx="267600" cy="2319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0070C0"/>
            </a:solidFill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07" name="Google Shape;807;p23"/>
            <p:cNvSpPr/>
            <p:nvPr/>
          </p:nvSpPr>
          <p:spPr>
            <a:xfrm>
              <a:off x="8163169" y="1387771"/>
              <a:ext cx="267600" cy="2319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0070C0"/>
            </a:solidFill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08" name="Google Shape;808;p23"/>
            <p:cNvSpPr/>
            <p:nvPr/>
          </p:nvSpPr>
          <p:spPr>
            <a:xfrm>
              <a:off x="7834608" y="1536707"/>
              <a:ext cx="267600" cy="231900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0070C0"/>
            </a:solidFill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809" name="Google Shape;809;p23"/>
            <p:cNvCxnSpPr>
              <a:stCxn id="804" idx="0"/>
              <a:endCxn id="806" idx="3"/>
            </p:cNvCxnSpPr>
            <p:nvPr/>
          </p:nvCxnSpPr>
          <p:spPr>
            <a:xfrm flipH="1" rot="10800000">
              <a:off x="7445086" y="1503857"/>
              <a:ext cx="60900" cy="148800"/>
            </a:xfrm>
            <a:prstGeom prst="bentConnector3">
              <a:avLst>
                <a:gd fmla="val 303546" name="adj1"/>
              </a:avLst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0" name="Google Shape;810;p23"/>
            <p:cNvCxnSpPr>
              <a:stCxn id="806" idx="0"/>
              <a:endCxn id="808" idx="3"/>
            </p:cNvCxnSpPr>
            <p:nvPr/>
          </p:nvCxnSpPr>
          <p:spPr>
            <a:xfrm>
              <a:off x="7773647" y="1503721"/>
              <a:ext cx="60900" cy="148800"/>
            </a:xfrm>
            <a:prstGeom prst="bentConnector3">
              <a:avLst>
                <a:gd fmla="val 303546" name="adj1"/>
              </a:avLst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1" name="Google Shape;811;p23"/>
            <p:cNvCxnSpPr>
              <a:stCxn id="808" idx="0"/>
              <a:endCxn id="807" idx="3"/>
            </p:cNvCxnSpPr>
            <p:nvPr/>
          </p:nvCxnSpPr>
          <p:spPr>
            <a:xfrm flipH="1" rot="10800000">
              <a:off x="8102208" y="1503857"/>
              <a:ext cx="60900" cy="148800"/>
            </a:xfrm>
            <a:prstGeom prst="bentConnector3">
              <a:avLst>
                <a:gd fmla="val 303546" name="adj1"/>
              </a:avLst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12" name="Google Shape;812;p23"/>
          <p:cNvGrpSpPr/>
          <p:nvPr/>
        </p:nvGrpSpPr>
        <p:grpSpPr>
          <a:xfrm>
            <a:off x="5009323" y="3021404"/>
            <a:ext cx="1194365" cy="187570"/>
            <a:chOff x="6833476" y="2830651"/>
            <a:chExt cx="1592486" cy="250093"/>
          </a:xfrm>
        </p:grpSpPr>
        <p:sp>
          <p:nvSpPr>
            <p:cNvPr id="813" name="Google Shape;813;p23"/>
            <p:cNvSpPr/>
            <p:nvPr/>
          </p:nvSpPr>
          <p:spPr>
            <a:xfrm>
              <a:off x="6833476" y="2830651"/>
              <a:ext cx="173700" cy="173700"/>
            </a:xfrm>
            <a:prstGeom prst="ellipse">
              <a:avLst/>
            </a:prstGeom>
            <a:solidFill>
              <a:srgbClr val="0070C0"/>
            </a:solidFill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23"/>
            <p:cNvSpPr/>
            <p:nvPr/>
          </p:nvSpPr>
          <p:spPr>
            <a:xfrm>
              <a:off x="7306243" y="2906744"/>
              <a:ext cx="174000" cy="174000"/>
            </a:xfrm>
            <a:prstGeom prst="ellipse">
              <a:avLst/>
            </a:prstGeom>
            <a:solidFill>
              <a:srgbClr val="0070C0"/>
            </a:solidFill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23"/>
            <p:cNvSpPr/>
            <p:nvPr/>
          </p:nvSpPr>
          <p:spPr>
            <a:xfrm>
              <a:off x="7779343" y="2830651"/>
              <a:ext cx="173700" cy="173700"/>
            </a:xfrm>
            <a:prstGeom prst="ellipse">
              <a:avLst/>
            </a:prstGeom>
            <a:solidFill>
              <a:srgbClr val="0070C0"/>
            </a:solidFill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23"/>
            <p:cNvSpPr/>
            <p:nvPr/>
          </p:nvSpPr>
          <p:spPr>
            <a:xfrm>
              <a:off x="8252262" y="2906851"/>
              <a:ext cx="173700" cy="173700"/>
            </a:xfrm>
            <a:prstGeom prst="ellipse">
              <a:avLst/>
            </a:prstGeom>
            <a:solidFill>
              <a:srgbClr val="0070C0"/>
            </a:solidFill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17" name="Google Shape;817;p23"/>
            <p:cNvCxnSpPr>
              <a:stCxn id="813" idx="6"/>
              <a:endCxn id="814" idx="2"/>
            </p:cNvCxnSpPr>
            <p:nvPr/>
          </p:nvCxnSpPr>
          <p:spPr>
            <a:xfrm>
              <a:off x="7007176" y="2917501"/>
              <a:ext cx="299100" cy="76200"/>
            </a:xfrm>
            <a:prstGeom prst="curvedConnector3">
              <a:avLst>
                <a:gd fmla="val 101609" name="adj1"/>
              </a:avLst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8" name="Google Shape;818;p23"/>
            <p:cNvCxnSpPr>
              <a:stCxn id="814" idx="6"/>
              <a:endCxn id="815" idx="2"/>
            </p:cNvCxnSpPr>
            <p:nvPr/>
          </p:nvCxnSpPr>
          <p:spPr>
            <a:xfrm flipH="1" rot="10800000">
              <a:off x="7480243" y="2917544"/>
              <a:ext cx="299100" cy="76200"/>
            </a:xfrm>
            <a:prstGeom prst="curvedConnector3">
              <a:avLst>
                <a:gd fmla="val 101615" name="adj1"/>
              </a:avLst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9" name="Google Shape;819;p23"/>
            <p:cNvCxnSpPr>
              <a:stCxn id="815" idx="6"/>
              <a:endCxn id="816" idx="2"/>
            </p:cNvCxnSpPr>
            <p:nvPr/>
          </p:nvCxnSpPr>
          <p:spPr>
            <a:xfrm>
              <a:off x="7953043" y="2917501"/>
              <a:ext cx="299100" cy="76200"/>
            </a:xfrm>
            <a:prstGeom prst="curvedConnector3">
              <a:avLst>
                <a:gd fmla="val 101635" name="adj1"/>
              </a:avLst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20" name="Google Shape;820;p23"/>
          <p:cNvGrpSpPr/>
          <p:nvPr/>
        </p:nvGrpSpPr>
        <p:grpSpPr>
          <a:xfrm>
            <a:off x="5009276" y="3394997"/>
            <a:ext cx="1194260" cy="987752"/>
            <a:chOff x="6833413" y="3291630"/>
            <a:chExt cx="1592347" cy="1317003"/>
          </a:xfrm>
        </p:grpSpPr>
        <p:cxnSp>
          <p:nvCxnSpPr>
            <p:cNvPr id="821" name="Google Shape;821;p23"/>
            <p:cNvCxnSpPr>
              <a:stCxn id="822" idx="4"/>
              <a:endCxn id="823" idx="4"/>
            </p:cNvCxnSpPr>
            <p:nvPr/>
          </p:nvCxnSpPr>
          <p:spPr>
            <a:xfrm>
              <a:off x="7931660" y="3495899"/>
              <a:ext cx="374400" cy="207900"/>
            </a:xfrm>
            <a:prstGeom prst="bentConnector2">
              <a:avLst/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4" name="Google Shape;824;p23"/>
            <p:cNvCxnSpPr>
              <a:stCxn id="823" idx="2"/>
              <a:endCxn id="825" idx="5"/>
            </p:cNvCxnSpPr>
            <p:nvPr/>
          </p:nvCxnSpPr>
          <p:spPr>
            <a:xfrm rot="5400000">
              <a:off x="7803741" y="3490277"/>
              <a:ext cx="157200" cy="847500"/>
            </a:xfrm>
            <a:prstGeom prst="bentConnector2">
              <a:avLst/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6" name="Google Shape;826;p23"/>
            <p:cNvCxnSpPr>
              <a:stCxn id="825" idx="1"/>
              <a:endCxn id="827" idx="4"/>
            </p:cNvCxnSpPr>
            <p:nvPr/>
          </p:nvCxnSpPr>
          <p:spPr>
            <a:xfrm flipH="1">
              <a:off x="6952496" y="3992739"/>
              <a:ext cx="374400" cy="148500"/>
            </a:xfrm>
            <a:prstGeom prst="bentConnector2">
              <a:avLst/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8" name="Google Shape;828;p23"/>
            <p:cNvCxnSpPr>
              <a:stCxn id="827" idx="2"/>
              <a:endCxn id="829" idx="2"/>
            </p:cNvCxnSpPr>
            <p:nvPr/>
          </p:nvCxnSpPr>
          <p:spPr>
            <a:xfrm flipH="1" rot="-5400000">
              <a:off x="7267766" y="3957528"/>
              <a:ext cx="216900" cy="847500"/>
            </a:xfrm>
            <a:prstGeom prst="bentConnector2">
              <a:avLst/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30" name="Google Shape;830;p23"/>
            <p:cNvCxnSpPr>
              <a:stCxn id="822" idx="2"/>
            </p:cNvCxnSpPr>
            <p:nvPr/>
          </p:nvCxnSpPr>
          <p:spPr>
            <a:xfrm flipH="1">
              <a:off x="6840041" y="3495899"/>
              <a:ext cx="960000" cy="600"/>
            </a:xfrm>
            <a:prstGeom prst="bentConnector3">
              <a:avLst>
                <a:gd fmla="val 33919" name="adj1"/>
              </a:avLst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31" name="Google Shape;831;p23"/>
            <p:cNvCxnSpPr>
              <a:stCxn id="829" idx="4"/>
            </p:cNvCxnSpPr>
            <p:nvPr/>
          </p:nvCxnSpPr>
          <p:spPr>
            <a:xfrm>
              <a:off x="7931660" y="4489580"/>
              <a:ext cx="494100" cy="600"/>
            </a:xfrm>
            <a:prstGeom prst="bentConnector3">
              <a:avLst>
                <a:gd fmla="val 81244" name="adj1"/>
              </a:avLst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32" name="Google Shape;832;p23"/>
            <p:cNvGrpSpPr/>
            <p:nvPr/>
          </p:nvGrpSpPr>
          <p:grpSpPr>
            <a:xfrm>
              <a:off x="7800041" y="3291630"/>
              <a:ext cx="131619" cy="323322"/>
              <a:chOff x="7779692" y="3248738"/>
              <a:chExt cx="135900" cy="333838"/>
            </a:xfrm>
          </p:grpSpPr>
          <p:sp>
            <p:nvSpPr>
              <p:cNvPr id="822" name="Google Shape;822;p23"/>
              <p:cNvSpPr/>
              <p:nvPr/>
            </p:nvSpPr>
            <p:spPr>
              <a:xfrm rot="5400000">
                <a:off x="7769192" y="3436176"/>
                <a:ext cx="156900" cy="1359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0070C0"/>
              </a:solidFill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33" name="Google Shape;833;p23"/>
              <p:cNvSpPr/>
              <p:nvPr/>
            </p:nvSpPr>
            <p:spPr>
              <a:xfrm>
                <a:off x="7802200" y="3248738"/>
                <a:ext cx="90900" cy="90900"/>
              </a:xfrm>
              <a:prstGeom prst="ellipse">
                <a:avLst/>
              </a:prstGeom>
              <a:solidFill>
                <a:srgbClr val="0070C0"/>
              </a:solidFill>
              <a:ln cap="flat" cmpd="sng" w="71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34" name="Google Shape;834;p23"/>
            <p:cNvGrpSpPr/>
            <p:nvPr/>
          </p:nvGrpSpPr>
          <p:grpSpPr>
            <a:xfrm>
              <a:off x="8110878" y="3703808"/>
              <a:ext cx="314266" cy="131619"/>
              <a:chOff x="8100638" y="3674321"/>
              <a:chExt cx="324487" cy="135900"/>
            </a:xfrm>
          </p:grpSpPr>
          <p:sp>
            <p:nvSpPr>
              <p:cNvPr id="823" name="Google Shape;823;p23"/>
              <p:cNvSpPr/>
              <p:nvPr/>
            </p:nvSpPr>
            <p:spPr>
              <a:xfrm>
                <a:off x="8268225" y="3674321"/>
                <a:ext cx="156900" cy="1359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0070C0"/>
              </a:solidFill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35" name="Google Shape;835;p23"/>
              <p:cNvSpPr/>
              <p:nvPr/>
            </p:nvSpPr>
            <p:spPr>
              <a:xfrm>
                <a:off x="8100638" y="3696808"/>
                <a:ext cx="90900" cy="90900"/>
              </a:xfrm>
              <a:prstGeom prst="ellipse">
                <a:avLst/>
              </a:prstGeom>
              <a:solidFill>
                <a:srgbClr val="0070C0"/>
              </a:solidFill>
              <a:ln cap="flat" cmpd="sng" w="71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836" name="Google Shape;836;p23"/>
              <p:cNvCxnSpPr>
                <a:stCxn id="835" idx="6"/>
                <a:endCxn id="823" idx="3"/>
              </p:cNvCxnSpPr>
              <p:nvPr/>
            </p:nvCxnSpPr>
            <p:spPr>
              <a:xfrm>
                <a:off x="8191538" y="3742258"/>
                <a:ext cx="76800" cy="0"/>
              </a:xfrm>
              <a:prstGeom prst="straightConnector1">
                <a:avLst/>
              </a:prstGeom>
              <a:noFill/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837" name="Google Shape;837;p23"/>
            <p:cNvCxnSpPr>
              <a:stCxn id="833" idx="4"/>
              <a:endCxn id="822" idx="3"/>
            </p:cNvCxnSpPr>
            <p:nvPr/>
          </p:nvCxnSpPr>
          <p:spPr>
            <a:xfrm>
              <a:off x="7865858" y="3379667"/>
              <a:ext cx="0" cy="83400"/>
            </a:xfrm>
            <a:prstGeom prst="straightConnector1">
              <a:avLst/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38" name="Google Shape;838;p23"/>
            <p:cNvGrpSpPr/>
            <p:nvPr/>
          </p:nvGrpSpPr>
          <p:grpSpPr>
            <a:xfrm>
              <a:off x="6833413" y="4141209"/>
              <a:ext cx="311850" cy="131619"/>
              <a:chOff x="6781625" y="4125949"/>
              <a:chExt cx="321993" cy="135900"/>
            </a:xfrm>
          </p:grpSpPr>
          <p:sp>
            <p:nvSpPr>
              <p:cNvPr id="827" name="Google Shape;827;p23"/>
              <p:cNvSpPr/>
              <p:nvPr/>
            </p:nvSpPr>
            <p:spPr>
              <a:xfrm flipH="1">
                <a:off x="6781625" y="4125949"/>
                <a:ext cx="156900" cy="1359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0070C0"/>
              </a:solidFill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39" name="Google Shape;839;p23"/>
              <p:cNvSpPr/>
              <p:nvPr/>
            </p:nvSpPr>
            <p:spPr>
              <a:xfrm>
                <a:off x="7012718" y="4148449"/>
                <a:ext cx="90900" cy="90900"/>
              </a:xfrm>
              <a:prstGeom prst="ellipse">
                <a:avLst/>
              </a:prstGeom>
              <a:solidFill>
                <a:srgbClr val="0070C0"/>
              </a:solidFill>
              <a:ln cap="flat" cmpd="sng" w="71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840" name="Google Shape;840;p23"/>
              <p:cNvCxnSpPr>
                <a:stCxn id="839" idx="2"/>
                <a:endCxn id="827" idx="3"/>
              </p:cNvCxnSpPr>
              <p:nvPr/>
            </p:nvCxnSpPr>
            <p:spPr>
              <a:xfrm rot="10800000">
                <a:off x="6938618" y="4193899"/>
                <a:ext cx="74100" cy="0"/>
              </a:xfrm>
              <a:prstGeom prst="straightConnector1">
                <a:avLst/>
              </a:prstGeom>
              <a:noFill/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841" name="Google Shape;841;p23"/>
            <p:cNvGrpSpPr/>
            <p:nvPr/>
          </p:nvGrpSpPr>
          <p:grpSpPr>
            <a:xfrm>
              <a:off x="7326896" y="3795891"/>
              <a:ext cx="131619" cy="315901"/>
              <a:chOff x="7291158" y="3769400"/>
              <a:chExt cx="135900" cy="326176"/>
            </a:xfrm>
          </p:grpSpPr>
          <p:sp>
            <p:nvSpPr>
              <p:cNvPr id="825" name="Google Shape;825;p23"/>
              <p:cNvSpPr/>
              <p:nvPr/>
            </p:nvSpPr>
            <p:spPr>
              <a:xfrm flipH="1" rot="5400000">
                <a:off x="7280658" y="3949176"/>
                <a:ext cx="156900" cy="1359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0070C0"/>
              </a:solidFill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2" name="Google Shape;842;p23"/>
              <p:cNvSpPr/>
              <p:nvPr/>
            </p:nvSpPr>
            <p:spPr>
              <a:xfrm>
                <a:off x="7313650" y="3769400"/>
                <a:ext cx="90900" cy="90900"/>
              </a:xfrm>
              <a:prstGeom prst="ellipse">
                <a:avLst/>
              </a:prstGeom>
              <a:solidFill>
                <a:srgbClr val="0070C0"/>
              </a:solidFill>
              <a:ln cap="flat" cmpd="sng" w="71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843" name="Google Shape;843;p23"/>
              <p:cNvCxnSpPr>
                <a:stCxn id="842" idx="4"/>
                <a:endCxn id="825" idx="0"/>
              </p:cNvCxnSpPr>
              <p:nvPr/>
            </p:nvCxnSpPr>
            <p:spPr>
              <a:xfrm>
                <a:off x="7359100" y="3860300"/>
                <a:ext cx="0" cy="78300"/>
              </a:xfrm>
              <a:prstGeom prst="straightConnector1">
                <a:avLst/>
              </a:prstGeom>
              <a:noFill/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844" name="Google Shape;844;p23"/>
            <p:cNvGrpSpPr/>
            <p:nvPr/>
          </p:nvGrpSpPr>
          <p:grpSpPr>
            <a:xfrm>
              <a:off x="7800041" y="4285069"/>
              <a:ext cx="131619" cy="323564"/>
              <a:chOff x="7779692" y="4274488"/>
              <a:chExt cx="135900" cy="334088"/>
            </a:xfrm>
          </p:grpSpPr>
          <p:sp>
            <p:nvSpPr>
              <p:cNvPr id="829" name="Google Shape;829;p23"/>
              <p:cNvSpPr/>
              <p:nvPr/>
            </p:nvSpPr>
            <p:spPr>
              <a:xfrm rot="5400000">
                <a:off x="7769192" y="4462176"/>
                <a:ext cx="156900" cy="135900"/>
              </a:xfrm>
              <a:prstGeom prst="hexagon">
                <a:avLst>
                  <a:gd fmla="val 25000" name="adj"/>
                  <a:gd fmla="val 115470" name="vf"/>
                </a:avLst>
              </a:prstGeom>
              <a:solidFill>
                <a:srgbClr val="0070C0"/>
              </a:solidFill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5" name="Google Shape;845;p23"/>
              <p:cNvSpPr/>
              <p:nvPr/>
            </p:nvSpPr>
            <p:spPr>
              <a:xfrm>
                <a:off x="7802200" y="4274488"/>
                <a:ext cx="90900" cy="90900"/>
              </a:xfrm>
              <a:prstGeom prst="ellipse">
                <a:avLst/>
              </a:prstGeom>
              <a:solidFill>
                <a:srgbClr val="0070C0"/>
              </a:solidFill>
              <a:ln cap="flat" cmpd="sng" w="71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846" name="Google Shape;846;p23"/>
              <p:cNvCxnSpPr>
                <a:stCxn id="845" idx="4"/>
                <a:endCxn id="829" idx="3"/>
              </p:cNvCxnSpPr>
              <p:nvPr/>
            </p:nvCxnSpPr>
            <p:spPr>
              <a:xfrm>
                <a:off x="7847650" y="4365388"/>
                <a:ext cx="0" cy="86400"/>
              </a:xfrm>
              <a:prstGeom prst="straightConnector1">
                <a:avLst/>
              </a:prstGeom>
              <a:noFill/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847" name="Google Shape;847;p23"/>
          <p:cNvGrpSpPr/>
          <p:nvPr/>
        </p:nvGrpSpPr>
        <p:grpSpPr>
          <a:xfrm>
            <a:off x="419110" y="3713294"/>
            <a:ext cx="1458321" cy="669416"/>
            <a:chOff x="713193" y="3675176"/>
            <a:chExt cx="1944428" cy="892554"/>
          </a:xfrm>
        </p:grpSpPr>
        <p:grpSp>
          <p:nvGrpSpPr>
            <p:cNvPr id="848" name="Google Shape;848;p23"/>
            <p:cNvGrpSpPr/>
            <p:nvPr/>
          </p:nvGrpSpPr>
          <p:grpSpPr>
            <a:xfrm>
              <a:off x="713193" y="3903673"/>
              <a:ext cx="377379" cy="664057"/>
              <a:chOff x="713180" y="3914338"/>
              <a:chExt cx="394500" cy="694257"/>
            </a:xfrm>
          </p:grpSpPr>
          <p:sp>
            <p:nvSpPr>
              <p:cNvPr id="849" name="Google Shape;849;p23"/>
              <p:cNvSpPr/>
              <p:nvPr/>
            </p:nvSpPr>
            <p:spPr>
              <a:xfrm rot="5400000">
                <a:off x="682730" y="3944788"/>
                <a:ext cx="455400" cy="394500"/>
              </a:xfrm>
              <a:prstGeom prst="hexagon">
                <a:avLst>
                  <a:gd fmla="val 30376" name="adj"/>
                  <a:gd fmla="val 115470" name="vf"/>
                </a:avLst>
              </a:prstGeom>
              <a:solidFill>
                <a:srgbClr val="0070C0"/>
              </a:solidFill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50" name="Google Shape;850;p23"/>
              <p:cNvSpPr/>
              <p:nvPr/>
            </p:nvSpPr>
            <p:spPr>
              <a:xfrm flipH="1">
                <a:off x="854061" y="4492495"/>
                <a:ext cx="112800" cy="116100"/>
              </a:xfrm>
              <a:prstGeom prst="rect">
                <a:avLst/>
              </a:prstGeom>
              <a:solidFill>
                <a:srgbClr val="0070C0"/>
              </a:solidFill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851" name="Google Shape;851;p23"/>
              <p:cNvCxnSpPr>
                <a:stCxn id="849" idx="0"/>
                <a:endCxn id="850" idx="0"/>
              </p:cNvCxnSpPr>
              <p:nvPr/>
            </p:nvCxnSpPr>
            <p:spPr>
              <a:xfrm>
                <a:off x="910430" y="4369738"/>
                <a:ext cx="0" cy="122700"/>
              </a:xfrm>
              <a:prstGeom prst="straightConnector1">
                <a:avLst/>
              </a:prstGeom>
              <a:noFill/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852" name="Google Shape;852;p23"/>
            <p:cNvGrpSpPr/>
            <p:nvPr/>
          </p:nvGrpSpPr>
          <p:grpSpPr>
            <a:xfrm>
              <a:off x="1104955" y="3675176"/>
              <a:ext cx="377379" cy="664087"/>
              <a:chOff x="1122716" y="3675450"/>
              <a:chExt cx="394500" cy="694288"/>
            </a:xfrm>
          </p:grpSpPr>
          <p:sp>
            <p:nvSpPr>
              <p:cNvPr id="853" name="Google Shape;853;p23"/>
              <p:cNvSpPr/>
              <p:nvPr/>
            </p:nvSpPr>
            <p:spPr>
              <a:xfrm rot="5400000">
                <a:off x="1092266" y="3944788"/>
                <a:ext cx="455400" cy="394500"/>
              </a:xfrm>
              <a:prstGeom prst="hexagon">
                <a:avLst>
                  <a:gd fmla="val 30376" name="adj"/>
                  <a:gd fmla="val 115470" name="vf"/>
                </a:avLst>
              </a:prstGeom>
              <a:solidFill>
                <a:srgbClr val="0070C0"/>
              </a:solidFill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54" name="Google Shape;854;p23"/>
              <p:cNvSpPr/>
              <p:nvPr/>
            </p:nvSpPr>
            <p:spPr>
              <a:xfrm>
                <a:off x="1263598" y="3675450"/>
                <a:ext cx="112800" cy="116100"/>
              </a:xfrm>
              <a:prstGeom prst="rect">
                <a:avLst/>
              </a:prstGeom>
              <a:solidFill>
                <a:srgbClr val="0070C0"/>
              </a:solidFill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855" name="Google Shape;855;p23"/>
              <p:cNvCxnSpPr>
                <a:stCxn id="853" idx="3"/>
                <a:endCxn id="854" idx="2"/>
              </p:cNvCxnSpPr>
              <p:nvPr/>
            </p:nvCxnSpPr>
            <p:spPr>
              <a:xfrm rot="10800000">
                <a:off x="1319966" y="3791638"/>
                <a:ext cx="0" cy="122700"/>
              </a:xfrm>
              <a:prstGeom prst="straightConnector1">
                <a:avLst/>
              </a:prstGeom>
              <a:noFill/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856" name="Google Shape;856;p23"/>
            <p:cNvGrpSpPr/>
            <p:nvPr/>
          </p:nvGrpSpPr>
          <p:grpSpPr>
            <a:xfrm>
              <a:off x="1496718" y="3903673"/>
              <a:ext cx="377379" cy="664057"/>
              <a:chOff x="1532253" y="3914338"/>
              <a:chExt cx="394500" cy="694257"/>
            </a:xfrm>
          </p:grpSpPr>
          <p:sp>
            <p:nvSpPr>
              <p:cNvPr id="857" name="Google Shape;857;p23"/>
              <p:cNvSpPr/>
              <p:nvPr/>
            </p:nvSpPr>
            <p:spPr>
              <a:xfrm rot="5400000">
                <a:off x="1501803" y="3944788"/>
                <a:ext cx="455400" cy="394500"/>
              </a:xfrm>
              <a:prstGeom prst="hexagon">
                <a:avLst>
                  <a:gd fmla="val 30376" name="adj"/>
                  <a:gd fmla="val 115470" name="vf"/>
                </a:avLst>
              </a:prstGeom>
              <a:solidFill>
                <a:srgbClr val="0070C0"/>
              </a:solidFill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58" name="Google Shape;858;p23"/>
              <p:cNvSpPr/>
              <p:nvPr/>
            </p:nvSpPr>
            <p:spPr>
              <a:xfrm flipH="1">
                <a:off x="1673134" y="4492495"/>
                <a:ext cx="112800" cy="116100"/>
              </a:xfrm>
              <a:prstGeom prst="rect">
                <a:avLst/>
              </a:prstGeom>
              <a:solidFill>
                <a:srgbClr val="0070C0"/>
              </a:solidFill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859" name="Google Shape;859;p23"/>
              <p:cNvCxnSpPr>
                <a:stCxn id="857" idx="0"/>
                <a:endCxn id="858" idx="0"/>
              </p:cNvCxnSpPr>
              <p:nvPr/>
            </p:nvCxnSpPr>
            <p:spPr>
              <a:xfrm>
                <a:off x="1729503" y="4369738"/>
                <a:ext cx="0" cy="122700"/>
              </a:xfrm>
              <a:prstGeom prst="straightConnector1">
                <a:avLst/>
              </a:prstGeom>
              <a:noFill/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860" name="Google Shape;860;p23"/>
            <p:cNvGrpSpPr/>
            <p:nvPr/>
          </p:nvGrpSpPr>
          <p:grpSpPr>
            <a:xfrm>
              <a:off x="1888480" y="3675176"/>
              <a:ext cx="377379" cy="664087"/>
              <a:chOff x="1941789" y="3675450"/>
              <a:chExt cx="394500" cy="694288"/>
            </a:xfrm>
          </p:grpSpPr>
          <p:sp>
            <p:nvSpPr>
              <p:cNvPr id="861" name="Google Shape;861;p23"/>
              <p:cNvSpPr/>
              <p:nvPr/>
            </p:nvSpPr>
            <p:spPr>
              <a:xfrm rot="5400000">
                <a:off x="1911339" y="3944788"/>
                <a:ext cx="455400" cy="394500"/>
              </a:xfrm>
              <a:prstGeom prst="hexagon">
                <a:avLst>
                  <a:gd fmla="val 30376" name="adj"/>
                  <a:gd fmla="val 115470" name="vf"/>
                </a:avLst>
              </a:prstGeom>
              <a:solidFill>
                <a:srgbClr val="0070C0"/>
              </a:solidFill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2" name="Google Shape;862;p23"/>
              <p:cNvSpPr/>
              <p:nvPr/>
            </p:nvSpPr>
            <p:spPr>
              <a:xfrm>
                <a:off x="2082670" y="3675450"/>
                <a:ext cx="112800" cy="116100"/>
              </a:xfrm>
              <a:prstGeom prst="rect">
                <a:avLst/>
              </a:prstGeom>
              <a:solidFill>
                <a:srgbClr val="0070C0"/>
              </a:solidFill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863" name="Google Shape;863;p23"/>
              <p:cNvCxnSpPr>
                <a:stCxn id="861" idx="3"/>
                <a:endCxn id="862" idx="2"/>
              </p:cNvCxnSpPr>
              <p:nvPr/>
            </p:nvCxnSpPr>
            <p:spPr>
              <a:xfrm rot="10800000">
                <a:off x="2139039" y="3791638"/>
                <a:ext cx="0" cy="122700"/>
              </a:xfrm>
              <a:prstGeom prst="straightConnector1">
                <a:avLst/>
              </a:prstGeom>
              <a:noFill/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864" name="Google Shape;864;p23"/>
            <p:cNvGrpSpPr/>
            <p:nvPr/>
          </p:nvGrpSpPr>
          <p:grpSpPr>
            <a:xfrm>
              <a:off x="2280242" y="3903673"/>
              <a:ext cx="377379" cy="664057"/>
              <a:chOff x="2351325" y="3914338"/>
              <a:chExt cx="394500" cy="694257"/>
            </a:xfrm>
          </p:grpSpPr>
          <p:sp>
            <p:nvSpPr>
              <p:cNvPr id="865" name="Google Shape;865;p23"/>
              <p:cNvSpPr/>
              <p:nvPr/>
            </p:nvSpPr>
            <p:spPr>
              <a:xfrm rot="5400000">
                <a:off x="2320875" y="3944788"/>
                <a:ext cx="455400" cy="394500"/>
              </a:xfrm>
              <a:prstGeom prst="hexagon">
                <a:avLst>
                  <a:gd fmla="val 30376" name="adj"/>
                  <a:gd fmla="val 115470" name="vf"/>
                </a:avLst>
              </a:prstGeom>
              <a:solidFill>
                <a:srgbClr val="0070C0"/>
              </a:solidFill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6" name="Google Shape;866;p23"/>
              <p:cNvSpPr/>
              <p:nvPr/>
            </p:nvSpPr>
            <p:spPr>
              <a:xfrm flipH="1">
                <a:off x="2492206" y="4492495"/>
                <a:ext cx="112800" cy="116100"/>
              </a:xfrm>
              <a:prstGeom prst="rect">
                <a:avLst/>
              </a:prstGeom>
              <a:solidFill>
                <a:srgbClr val="0070C0"/>
              </a:solidFill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867" name="Google Shape;867;p23"/>
              <p:cNvCxnSpPr>
                <a:stCxn id="865" idx="0"/>
                <a:endCxn id="866" idx="0"/>
              </p:cNvCxnSpPr>
              <p:nvPr/>
            </p:nvCxnSpPr>
            <p:spPr>
              <a:xfrm>
                <a:off x="2548575" y="4369738"/>
                <a:ext cx="0" cy="122700"/>
              </a:xfrm>
              <a:prstGeom prst="straightConnector1">
                <a:avLst/>
              </a:prstGeom>
              <a:noFill/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868" name="Google Shape;868;p23"/>
          <p:cNvGrpSpPr/>
          <p:nvPr/>
        </p:nvGrpSpPr>
        <p:grpSpPr>
          <a:xfrm>
            <a:off x="1984874" y="3900061"/>
            <a:ext cx="1618388" cy="295875"/>
            <a:chOff x="2746254" y="3914348"/>
            <a:chExt cx="2157850" cy="394500"/>
          </a:xfrm>
        </p:grpSpPr>
        <p:sp>
          <p:nvSpPr>
            <p:cNvPr id="869" name="Google Shape;869;p23"/>
            <p:cNvSpPr/>
            <p:nvPr/>
          </p:nvSpPr>
          <p:spPr>
            <a:xfrm>
              <a:off x="4818604" y="4068699"/>
              <a:ext cx="85500" cy="85800"/>
            </a:xfrm>
            <a:prstGeom prst="ellipse">
              <a:avLst/>
            </a:prstGeom>
            <a:solidFill>
              <a:srgbClr val="0070C0"/>
            </a:solidFill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70" name="Google Shape;870;p23"/>
            <p:cNvGrpSpPr/>
            <p:nvPr/>
          </p:nvGrpSpPr>
          <p:grpSpPr>
            <a:xfrm>
              <a:off x="2746254" y="3914348"/>
              <a:ext cx="2115087" cy="394500"/>
              <a:chOff x="2746254" y="3914348"/>
              <a:chExt cx="2115087" cy="394500"/>
            </a:xfrm>
          </p:grpSpPr>
          <p:grpSp>
            <p:nvGrpSpPr>
              <p:cNvPr id="871" name="Google Shape;871;p23"/>
              <p:cNvGrpSpPr/>
              <p:nvPr/>
            </p:nvGrpSpPr>
            <p:grpSpPr>
              <a:xfrm>
                <a:off x="2850789" y="3914348"/>
                <a:ext cx="394500" cy="394500"/>
                <a:chOff x="2850789" y="3914348"/>
                <a:chExt cx="394500" cy="394500"/>
              </a:xfrm>
            </p:grpSpPr>
            <p:sp>
              <p:nvSpPr>
                <p:cNvPr id="872" name="Google Shape;872;p23"/>
                <p:cNvSpPr/>
                <p:nvPr/>
              </p:nvSpPr>
              <p:spPr>
                <a:xfrm>
                  <a:off x="2850789" y="3914348"/>
                  <a:ext cx="394500" cy="394500"/>
                </a:xfrm>
                <a:prstGeom prst="roundRect">
                  <a:avLst>
                    <a:gd fmla="val 0" name="adj"/>
                  </a:avLst>
                </a:prstGeom>
                <a:solidFill>
                  <a:srgbClr val="0070C0"/>
                </a:solidFill>
                <a:ln cap="flat" cmpd="sng" w="71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350"/>
                    <a:buFont typeface="Arial"/>
                    <a:buNone/>
                  </a:pPr>
                  <a:r>
                    <a:t/>
                  </a:r>
                  <a:endParaRPr sz="135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873" name="Google Shape;873;p23"/>
                <p:cNvSpPr/>
                <p:nvPr/>
              </p:nvSpPr>
              <p:spPr>
                <a:xfrm>
                  <a:off x="2850789" y="3914348"/>
                  <a:ext cx="394500" cy="394500"/>
                </a:xfrm>
                <a:prstGeom prst="ellipse">
                  <a:avLst/>
                </a:prstGeom>
                <a:solidFill>
                  <a:srgbClr val="0070C0"/>
                </a:solidFill>
                <a:ln cap="flat" cmpd="sng" w="214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350"/>
                    <a:buFont typeface="Arial"/>
                    <a:buNone/>
                  </a:pPr>
                  <a:r>
                    <a:t/>
                  </a:r>
                  <a:endParaRPr sz="135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874" name="Google Shape;874;p23"/>
              <p:cNvGrpSpPr/>
              <p:nvPr/>
            </p:nvGrpSpPr>
            <p:grpSpPr>
              <a:xfrm>
                <a:off x="3368872" y="3914348"/>
                <a:ext cx="394500" cy="394500"/>
                <a:chOff x="3368872" y="3914348"/>
                <a:chExt cx="394500" cy="394500"/>
              </a:xfrm>
            </p:grpSpPr>
            <p:sp>
              <p:nvSpPr>
                <p:cNvPr id="875" name="Google Shape;875;p23"/>
                <p:cNvSpPr/>
                <p:nvPr/>
              </p:nvSpPr>
              <p:spPr>
                <a:xfrm>
                  <a:off x="3368872" y="3914348"/>
                  <a:ext cx="394500" cy="394500"/>
                </a:xfrm>
                <a:prstGeom prst="roundRect">
                  <a:avLst>
                    <a:gd fmla="val 0" name="adj"/>
                  </a:avLst>
                </a:prstGeom>
                <a:solidFill>
                  <a:srgbClr val="0070C0"/>
                </a:solidFill>
                <a:ln cap="flat" cmpd="sng" w="71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350"/>
                    <a:buFont typeface="Arial"/>
                    <a:buNone/>
                  </a:pPr>
                  <a:r>
                    <a:t/>
                  </a:r>
                  <a:endParaRPr sz="135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876" name="Google Shape;876;p23"/>
                <p:cNvSpPr/>
                <p:nvPr/>
              </p:nvSpPr>
              <p:spPr>
                <a:xfrm>
                  <a:off x="3368872" y="3914348"/>
                  <a:ext cx="394500" cy="394500"/>
                </a:xfrm>
                <a:prstGeom prst="ellipse">
                  <a:avLst/>
                </a:prstGeom>
                <a:solidFill>
                  <a:srgbClr val="0070C0"/>
                </a:solidFill>
                <a:ln cap="flat" cmpd="sng" w="214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350"/>
                    <a:buFont typeface="Arial"/>
                    <a:buNone/>
                  </a:pPr>
                  <a:r>
                    <a:t/>
                  </a:r>
                  <a:endParaRPr sz="135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877" name="Google Shape;877;p23"/>
              <p:cNvGrpSpPr/>
              <p:nvPr/>
            </p:nvGrpSpPr>
            <p:grpSpPr>
              <a:xfrm>
                <a:off x="3886955" y="3914348"/>
                <a:ext cx="394500" cy="394500"/>
                <a:chOff x="3886955" y="3914348"/>
                <a:chExt cx="394500" cy="394500"/>
              </a:xfrm>
            </p:grpSpPr>
            <p:sp>
              <p:nvSpPr>
                <p:cNvPr id="878" name="Google Shape;878;p23"/>
                <p:cNvSpPr/>
                <p:nvPr/>
              </p:nvSpPr>
              <p:spPr>
                <a:xfrm>
                  <a:off x="3886955" y="3914348"/>
                  <a:ext cx="394500" cy="394500"/>
                </a:xfrm>
                <a:prstGeom prst="roundRect">
                  <a:avLst>
                    <a:gd fmla="val 0" name="adj"/>
                  </a:avLst>
                </a:prstGeom>
                <a:solidFill>
                  <a:srgbClr val="0070C0"/>
                </a:solidFill>
                <a:ln cap="flat" cmpd="sng" w="71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350"/>
                    <a:buFont typeface="Arial"/>
                    <a:buNone/>
                  </a:pPr>
                  <a:r>
                    <a:t/>
                  </a:r>
                  <a:endParaRPr sz="135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879" name="Google Shape;879;p23"/>
                <p:cNvSpPr/>
                <p:nvPr/>
              </p:nvSpPr>
              <p:spPr>
                <a:xfrm>
                  <a:off x="3886955" y="3914348"/>
                  <a:ext cx="394500" cy="394500"/>
                </a:xfrm>
                <a:prstGeom prst="ellipse">
                  <a:avLst/>
                </a:prstGeom>
                <a:solidFill>
                  <a:srgbClr val="0070C0"/>
                </a:solidFill>
                <a:ln cap="flat" cmpd="sng" w="214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350"/>
                    <a:buFont typeface="Arial"/>
                    <a:buNone/>
                  </a:pPr>
                  <a:r>
                    <a:t/>
                  </a:r>
                  <a:endParaRPr sz="135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880" name="Google Shape;880;p23"/>
              <p:cNvGrpSpPr/>
              <p:nvPr/>
            </p:nvGrpSpPr>
            <p:grpSpPr>
              <a:xfrm>
                <a:off x="4405039" y="3914348"/>
                <a:ext cx="394500" cy="394500"/>
                <a:chOff x="4405039" y="3914348"/>
                <a:chExt cx="394500" cy="394500"/>
              </a:xfrm>
            </p:grpSpPr>
            <p:sp>
              <p:nvSpPr>
                <p:cNvPr id="881" name="Google Shape;881;p23"/>
                <p:cNvSpPr/>
                <p:nvPr/>
              </p:nvSpPr>
              <p:spPr>
                <a:xfrm>
                  <a:off x="4405039" y="3914348"/>
                  <a:ext cx="394500" cy="394500"/>
                </a:xfrm>
                <a:prstGeom prst="roundRect">
                  <a:avLst>
                    <a:gd fmla="val 0" name="adj"/>
                  </a:avLst>
                </a:prstGeom>
                <a:solidFill>
                  <a:srgbClr val="0070C0"/>
                </a:solidFill>
                <a:ln cap="flat" cmpd="sng" w="71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350"/>
                    <a:buFont typeface="Arial"/>
                    <a:buNone/>
                  </a:pPr>
                  <a:r>
                    <a:t/>
                  </a:r>
                  <a:endParaRPr sz="135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  <p:sp>
              <p:nvSpPr>
                <p:cNvPr id="882" name="Google Shape;882;p23"/>
                <p:cNvSpPr/>
                <p:nvPr/>
              </p:nvSpPr>
              <p:spPr>
                <a:xfrm>
                  <a:off x="4405039" y="3914348"/>
                  <a:ext cx="394500" cy="394500"/>
                </a:xfrm>
                <a:prstGeom prst="ellipse">
                  <a:avLst/>
                </a:prstGeom>
                <a:solidFill>
                  <a:srgbClr val="0070C0"/>
                </a:solidFill>
                <a:ln cap="flat" cmpd="sng" w="214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68575" lIns="68575" spcFirstLastPara="1" rIns="68575" wrap="square" tIns="68575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350"/>
                    <a:buFont typeface="Arial"/>
                    <a:buNone/>
                  </a:pPr>
                  <a:r>
                    <a:t/>
                  </a:r>
                  <a:endParaRPr sz="1350">
                    <a:solidFill>
                      <a:schemeClr val="dk1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sp>
            <p:nvSpPr>
              <p:cNvPr id="883" name="Google Shape;883;p23"/>
              <p:cNvSpPr/>
              <p:nvPr/>
            </p:nvSpPr>
            <p:spPr>
              <a:xfrm>
                <a:off x="3264329" y="4068699"/>
                <a:ext cx="85500" cy="85800"/>
              </a:xfrm>
              <a:prstGeom prst="ellipse">
                <a:avLst/>
              </a:prstGeom>
              <a:solidFill>
                <a:srgbClr val="0070C0"/>
              </a:solidFill>
              <a:ln cap="flat" cmpd="sng" w="71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4" name="Google Shape;884;p23"/>
              <p:cNvSpPr/>
              <p:nvPr/>
            </p:nvSpPr>
            <p:spPr>
              <a:xfrm>
                <a:off x="3782404" y="4068699"/>
                <a:ext cx="85500" cy="85800"/>
              </a:xfrm>
              <a:prstGeom prst="ellipse">
                <a:avLst/>
              </a:prstGeom>
              <a:solidFill>
                <a:srgbClr val="0070C0"/>
              </a:solidFill>
              <a:ln cap="flat" cmpd="sng" w="71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5" name="Google Shape;885;p23"/>
              <p:cNvSpPr/>
              <p:nvPr/>
            </p:nvSpPr>
            <p:spPr>
              <a:xfrm>
                <a:off x="4300491" y="4068699"/>
                <a:ext cx="85500" cy="85800"/>
              </a:xfrm>
              <a:prstGeom prst="ellipse">
                <a:avLst/>
              </a:prstGeom>
              <a:solidFill>
                <a:srgbClr val="0070C0"/>
              </a:solidFill>
              <a:ln cap="flat" cmpd="sng" w="71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6" name="Google Shape;886;p23"/>
              <p:cNvSpPr/>
              <p:nvPr/>
            </p:nvSpPr>
            <p:spPr>
              <a:xfrm>
                <a:off x="2746254" y="4068699"/>
                <a:ext cx="85500" cy="85800"/>
              </a:xfrm>
              <a:prstGeom prst="ellipse">
                <a:avLst/>
              </a:prstGeom>
              <a:solidFill>
                <a:srgbClr val="0070C0"/>
              </a:solidFill>
              <a:ln cap="flat" cmpd="sng" w="71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cxnSp>
            <p:nvCxnSpPr>
              <p:cNvPr id="887" name="Google Shape;887;p23"/>
              <p:cNvCxnSpPr>
                <a:stCxn id="886" idx="0"/>
                <a:endCxn id="883" idx="0"/>
              </p:cNvCxnSpPr>
              <p:nvPr/>
            </p:nvCxnSpPr>
            <p:spPr>
              <a:xfrm flipH="1" rot="-5400000">
                <a:off x="3047754" y="3809949"/>
                <a:ext cx="600" cy="518100"/>
              </a:xfrm>
              <a:prstGeom prst="curvedConnector3">
                <a:avLst>
                  <a:gd fmla="val -39687500" name="adj1"/>
                </a:avLst>
              </a:prstGeom>
              <a:noFill/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88" name="Google Shape;888;p23"/>
              <p:cNvCxnSpPr>
                <a:stCxn id="883" idx="4"/>
                <a:endCxn id="884" idx="4"/>
              </p:cNvCxnSpPr>
              <p:nvPr/>
            </p:nvCxnSpPr>
            <p:spPr>
              <a:xfrm flipH="1" rot="-5400000">
                <a:off x="3565829" y="3895749"/>
                <a:ext cx="600" cy="518100"/>
              </a:xfrm>
              <a:prstGeom prst="curvedConnector3">
                <a:avLst>
                  <a:gd fmla="val 39687500" name="adj1"/>
                </a:avLst>
              </a:prstGeom>
              <a:noFill/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89" name="Google Shape;889;p23"/>
              <p:cNvCxnSpPr>
                <a:stCxn id="884" idx="0"/>
                <a:endCxn id="885" idx="0"/>
              </p:cNvCxnSpPr>
              <p:nvPr/>
            </p:nvCxnSpPr>
            <p:spPr>
              <a:xfrm flipH="1" rot="-5400000">
                <a:off x="4083904" y="3809949"/>
                <a:ext cx="600" cy="518100"/>
              </a:xfrm>
              <a:prstGeom prst="curvedConnector3">
                <a:avLst>
                  <a:gd fmla="val -39687500" name="adj1"/>
                </a:avLst>
              </a:prstGeom>
              <a:noFill/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90" name="Google Shape;890;p23"/>
              <p:cNvCxnSpPr>
                <a:stCxn id="885" idx="4"/>
                <a:endCxn id="869" idx="4"/>
              </p:cNvCxnSpPr>
              <p:nvPr/>
            </p:nvCxnSpPr>
            <p:spPr>
              <a:xfrm flipH="1" rot="-5400000">
                <a:off x="4601991" y="3895749"/>
                <a:ext cx="600" cy="518100"/>
              </a:xfrm>
              <a:prstGeom prst="curvedConnector3">
                <a:avLst>
                  <a:gd fmla="val 39687500" name="adj1"/>
                </a:avLst>
              </a:prstGeom>
              <a:noFill/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891" name="Google Shape;891;p23"/>
          <p:cNvGrpSpPr/>
          <p:nvPr/>
        </p:nvGrpSpPr>
        <p:grpSpPr>
          <a:xfrm>
            <a:off x="4478586" y="3877694"/>
            <a:ext cx="383175" cy="505013"/>
            <a:chOff x="6119344" y="3856251"/>
            <a:chExt cx="510900" cy="673350"/>
          </a:xfrm>
        </p:grpSpPr>
        <p:sp>
          <p:nvSpPr>
            <p:cNvPr id="892" name="Google Shape;892;p23"/>
            <p:cNvSpPr/>
            <p:nvPr/>
          </p:nvSpPr>
          <p:spPr>
            <a:xfrm>
              <a:off x="6119344" y="3856251"/>
              <a:ext cx="510900" cy="510900"/>
            </a:xfrm>
            <a:prstGeom prst="arc">
              <a:avLst>
                <a:gd fmla="val 10788183" name="adj1"/>
                <a:gd fmla="val 5348878" name="adj2"/>
              </a:avLst>
            </a:prstGeom>
            <a:solidFill>
              <a:srgbClr val="0070C0"/>
            </a:solidFill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893" name="Google Shape;893;p23"/>
            <p:cNvCxnSpPr>
              <a:stCxn id="892" idx="1"/>
            </p:cNvCxnSpPr>
            <p:nvPr/>
          </p:nvCxnSpPr>
          <p:spPr>
            <a:xfrm>
              <a:off x="6374794" y="4111701"/>
              <a:ext cx="0" cy="417900"/>
            </a:xfrm>
            <a:prstGeom prst="straightConnector1">
              <a:avLst/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894" name="Google Shape;894;p23"/>
            <p:cNvSpPr/>
            <p:nvPr/>
          </p:nvSpPr>
          <p:spPr>
            <a:xfrm>
              <a:off x="6177532" y="3914348"/>
              <a:ext cx="394500" cy="394500"/>
            </a:xfrm>
            <a:prstGeom prst="ellipse">
              <a:avLst/>
            </a:prstGeom>
            <a:solidFill>
              <a:srgbClr val="00AFD4"/>
            </a:solidFill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95" name="Google Shape;895;p23"/>
          <p:cNvGrpSpPr/>
          <p:nvPr/>
        </p:nvGrpSpPr>
        <p:grpSpPr>
          <a:xfrm>
            <a:off x="4095256" y="3877694"/>
            <a:ext cx="383175" cy="505013"/>
            <a:chOff x="5606594" y="3856251"/>
            <a:chExt cx="510900" cy="673350"/>
          </a:xfrm>
        </p:grpSpPr>
        <p:sp>
          <p:nvSpPr>
            <p:cNvPr id="896" name="Google Shape;896;p23"/>
            <p:cNvSpPr/>
            <p:nvPr/>
          </p:nvSpPr>
          <p:spPr>
            <a:xfrm>
              <a:off x="5606594" y="3856251"/>
              <a:ext cx="510900" cy="510900"/>
            </a:xfrm>
            <a:prstGeom prst="arc">
              <a:avLst>
                <a:gd fmla="val 10788183" name="adj1"/>
                <a:gd fmla="val 5348878" name="adj2"/>
              </a:avLst>
            </a:prstGeom>
            <a:solidFill>
              <a:srgbClr val="0070C0"/>
            </a:solidFill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897" name="Google Shape;897;p23"/>
            <p:cNvCxnSpPr>
              <a:stCxn id="896" idx="1"/>
            </p:cNvCxnSpPr>
            <p:nvPr/>
          </p:nvCxnSpPr>
          <p:spPr>
            <a:xfrm>
              <a:off x="5862044" y="4111701"/>
              <a:ext cx="0" cy="417900"/>
            </a:xfrm>
            <a:prstGeom prst="straightConnector1">
              <a:avLst/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898" name="Google Shape;898;p23"/>
            <p:cNvSpPr/>
            <p:nvPr/>
          </p:nvSpPr>
          <p:spPr>
            <a:xfrm>
              <a:off x="5664782" y="3914348"/>
              <a:ext cx="394500" cy="394500"/>
            </a:xfrm>
            <a:prstGeom prst="ellipse">
              <a:avLst/>
            </a:prstGeom>
            <a:solidFill>
              <a:srgbClr val="00AFD4"/>
            </a:solidFill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899" name="Google Shape;899;p23"/>
          <p:cNvGrpSpPr/>
          <p:nvPr/>
        </p:nvGrpSpPr>
        <p:grpSpPr>
          <a:xfrm>
            <a:off x="3711934" y="3877694"/>
            <a:ext cx="383175" cy="505013"/>
            <a:chOff x="5093856" y="3856251"/>
            <a:chExt cx="510900" cy="673350"/>
          </a:xfrm>
        </p:grpSpPr>
        <p:sp>
          <p:nvSpPr>
            <p:cNvPr id="900" name="Google Shape;900;p23"/>
            <p:cNvSpPr/>
            <p:nvPr/>
          </p:nvSpPr>
          <p:spPr>
            <a:xfrm>
              <a:off x="5093856" y="3856251"/>
              <a:ext cx="510900" cy="510900"/>
            </a:xfrm>
            <a:prstGeom prst="arc">
              <a:avLst>
                <a:gd fmla="val 10788183" name="adj1"/>
                <a:gd fmla="val 5348878" name="adj2"/>
              </a:avLst>
            </a:prstGeom>
            <a:solidFill>
              <a:srgbClr val="0070C0"/>
            </a:solidFill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901" name="Google Shape;901;p23"/>
            <p:cNvCxnSpPr>
              <a:stCxn id="900" idx="1"/>
            </p:cNvCxnSpPr>
            <p:nvPr/>
          </p:nvCxnSpPr>
          <p:spPr>
            <a:xfrm>
              <a:off x="5349306" y="4111701"/>
              <a:ext cx="0" cy="417900"/>
            </a:xfrm>
            <a:prstGeom prst="straightConnector1">
              <a:avLst/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902" name="Google Shape;902;p23"/>
            <p:cNvSpPr/>
            <p:nvPr/>
          </p:nvSpPr>
          <p:spPr>
            <a:xfrm>
              <a:off x="5152045" y="3914348"/>
              <a:ext cx="394500" cy="394500"/>
            </a:xfrm>
            <a:prstGeom prst="ellipse">
              <a:avLst/>
            </a:prstGeom>
            <a:solidFill>
              <a:srgbClr val="00AFD4"/>
            </a:solidFill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07" name="Google Shape;907;p24"/>
          <p:cNvGraphicFramePr/>
          <p:nvPr/>
        </p:nvGraphicFramePr>
        <p:xfrm>
          <a:off x="291894" y="15660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{6847CA0B-084C-4B91-A1F8-A495A893E8B3}</a:tableStyleId>
              </a:tblPr>
              <a:tblGrid>
                <a:gridCol w="306825"/>
                <a:gridCol w="306825"/>
                <a:gridCol w="306825"/>
                <a:gridCol w="306825"/>
              </a:tblGrid>
              <a:tr h="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00"/>
                        <a:buFont typeface="Inter"/>
                        <a:buNone/>
                      </a:pPr>
                      <a:r>
                        <a:rPr b="1" lang="en" sz="300" u="none" cap="none" strike="noStrik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6/10</a:t>
                      </a:r>
                      <a:endParaRPr b="1"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00"/>
                        <a:buFont typeface="Inter"/>
                        <a:buNone/>
                      </a:pPr>
                      <a:r>
                        <a:rPr b="1" lang="en" sz="300" u="none" cap="none" strike="noStrik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8/10</a:t>
                      </a:r>
                      <a:endParaRPr b="1"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00"/>
                        <a:buFont typeface="Inter"/>
                        <a:buNone/>
                      </a:pPr>
                      <a:r>
                        <a:rPr b="1" lang="en" sz="300" u="none" cap="none" strike="noStrik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7/10</a:t>
                      </a:r>
                      <a:endParaRPr b="1"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300"/>
                        <a:buFont typeface="Inter"/>
                        <a:buNone/>
                      </a:pPr>
                      <a:r>
                        <a:rPr b="1" lang="en" sz="300" u="none" cap="none" strike="noStrike">
                          <a:solidFill>
                            <a:schemeClr val="lt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4/10</a:t>
                      </a:r>
                      <a:endParaRPr b="1"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pSp>
        <p:nvGrpSpPr>
          <p:cNvPr id="908" name="Google Shape;908;p24"/>
          <p:cNvGrpSpPr/>
          <p:nvPr/>
        </p:nvGrpSpPr>
        <p:grpSpPr>
          <a:xfrm>
            <a:off x="3144527" y="4458867"/>
            <a:ext cx="1224786" cy="140439"/>
            <a:chOff x="2601154" y="2445833"/>
            <a:chExt cx="1387545" cy="159138"/>
          </a:xfrm>
        </p:grpSpPr>
        <p:grpSp>
          <p:nvGrpSpPr>
            <p:cNvPr id="909" name="Google Shape;909;p24"/>
            <p:cNvGrpSpPr/>
            <p:nvPr/>
          </p:nvGrpSpPr>
          <p:grpSpPr>
            <a:xfrm>
              <a:off x="2601154" y="2445833"/>
              <a:ext cx="840328" cy="159138"/>
              <a:chOff x="2601154" y="2445833"/>
              <a:chExt cx="840328" cy="159138"/>
            </a:xfrm>
          </p:grpSpPr>
          <p:sp>
            <p:nvSpPr>
              <p:cNvPr id="910" name="Google Shape;910;p24"/>
              <p:cNvSpPr/>
              <p:nvPr/>
            </p:nvSpPr>
            <p:spPr>
              <a:xfrm>
                <a:off x="2601154" y="2445833"/>
                <a:ext cx="58584" cy="159138"/>
              </a:xfrm>
              <a:custGeom>
                <a:rect b="b" l="l" r="r" t="t"/>
                <a:pathLst>
                  <a:path extrusionOk="0" h="37890" w="8543">
                    <a:moveTo>
                      <a:pt x="606" y="1"/>
                    </a:moveTo>
                    <a:cubicBezTo>
                      <a:pt x="276" y="1"/>
                      <a:pt x="0" y="263"/>
                      <a:pt x="0" y="607"/>
                    </a:cubicBezTo>
                    <a:lnTo>
                      <a:pt x="0" y="37270"/>
                    </a:lnTo>
                    <a:cubicBezTo>
                      <a:pt x="0" y="37614"/>
                      <a:pt x="276" y="37890"/>
                      <a:pt x="606" y="37890"/>
                    </a:cubicBezTo>
                    <a:lnTo>
                      <a:pt x="7922" y="37890"/>
                    </a:lnTo>
                    <a:cubicBezTo>
                      <a:pt x="8267" y="37890"/>
                      <a:pt x="8542" y="37614"/>
                      <a:pt x="8542" y="37270"/>
                    </a:cubicBezTo>
                    <a:lnTo>
                      <a:pt x="8542" y="607"/>
                    </a:lnTo>
                    <a:cubicBezTo>
                      <a:pt x="8542" y="263"/>
                      <a:pt x="8267" y="1"/>
                      <a:pt x="792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1" name="Google Shape;911;p24"/>
              <p:cNvSpPr/>
              <p:nvPr/>
            </p:nvSpPr>
            <p:spPr>
              <a:xfrm>
                <a:off x="2679327" y="2445833"/>
                <a:ext cx="58584" cy="159138"/>
              </a:xfrm>
              <a:custGeom>
                <a:rect b="b" l="l" r="r" t="t"/>
                <a:pathLst>
                  <a:path extrusionOk="0" h="37890" w="8543">
                    <a:moveTo>
                      <a:pt x="607" y="1"/>
                    </a:moveTo>
                    <a:cubicBezTo>
                      <a:pt x="262" y="1"/>
                      <a:pt x="0" y="263"/>
                      <a:pt x="0" y="607"/>
                    </a:cubicBezTo>
                    <a:lnTo>
                      <a:pt x="0" y="37270"/>
                    </a:lnTo>
                    <a:cubicBezTo>
                      <a:pt x="0" y="37614"/>
                      <a:pt x="262" y="37890"/>
                      <a:pt x="607" y="37890"/>
                    </a:cubicBezTo>
                    <a:lnTo>
                      <a:pt x="7923" y="37890"/>
                    </a:lnTo>
                    <a:cubicBezTo>
                      <a:pt x="8267" y="37890"/>
                      <a:pt x="8543" y="37614"/>
                      <a:pt x="8543" y="37270"/>
                    </a:cubicBezTo>
                    <a:lnTo>
                      <a:pt x="8543" y="607"/>
                    </a:lnTo>
                    <a:cubicBezTo>
                      <a:pt x="8543" y="263"/>
                      <a:pt x="8267" y="1"/>
                      <a:pt x="792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2" name="Google Shape;912;p24"/>
              <p:cNvSpPr/>
              <p:nvPr/>
            </p:nvSpPr>
            <p:spPr>
              <a:xfrm>
                <a:off x="2757500" y="2445833"/>
                <a:ext cx="58584" cy="159138"/>
              </a:xfrm>
              <a:custGeom>
                <a:rect b="b" l="l" r="r" t="t"/>
                <a:pathLst>
                  <a:path extrusionOk="0" h="37890" w="8543">
                    <a:moveTo>
                      <a:pt x="621" y="1"/>
                    </a:moveTo>
                    <a:cubicBezTo>
                      <a:pt x="276" y="1"/>
                      <a:pt x="1" y="263"/>
                      <a:pt x="1" y="607"/>
                    </a:cubicBezTo>
                    <a:lnTo>
                      <a:pt x="1" y="37270"/>
                    </a:lnTo>
                    <a:cubicBezTo>
                      <a:pt x="1" y="37614"/>
                      <a:pt x="276" y="37890"/>
                      <a:pt x="621" y="37890"/>
                    </a:cubicBezTo>
                    <a:lnTo>
                      <a:pt x="7937" y="37890"/>
                    </a:lnTo>
                    <a:cubicBezTo>
                      <a:pt x="8281" y="37890"/>
                      <a:pt x="8543" y="37614"/>
                      <a:pt x="8543" y="37270"/>
                    </a:cubicBezTo>
                    <a:lnTo>
                      <a:pt x="8543" y="607"/>
                    </a:lnTo>
                    <a:cubicBezTo>
                      <a:pt x="8543" y="263"/>
                      <a:pt x="8281" y="1"/>
                      <a:pt x="793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3" name="Google Shape;913;p24"/>
              <p:cNvSpPr/>
              <p:nvPr/>
            </p:nvSpPr>
            <p:spPr>
              <a:xfrm>
                <a:off x="2835673" y="2445833"/>
                <a:ext cx="58590" cy="159138"/>
              </a:xfrm>
              <a:custGeom>
                <a:rect b="b" l="l" r="r" t="t"/>
                <a:pathLst>
                  <a:path extrusionOk="0" h="37890" w="8544">
                    <a:moveTo>
                      <a:pt x="621" y="1"/>
                    </a:moveTo>
                    <a:cubicBezTo>
                      <a:pt x="277" y="1"/>
                      <a:pt x="1" y="277"/>
                      <a:pt x="1" y="607"/>
                    </a:cubicBezTo>
                    <a:lnTo>
                      <a:pt x="1" y="37270"/>
                    </a:lnTo>
                    <a:cubicBezTo>
                      <a:pt x="1" y="37614"/>
                      <a:pt x="277" y="37890"/>
                      <a:pt x="621" y="37890"/>
                    </a:cubicBezTo>
                    <a:lnTo>
                      <a:pt x="7937" y="37890"/>
                    </a:lnTo>
                    <a:cubicBezTo>
                      <a:pt x="8268" y="37890"/>
                      <a:pt x="8543" y="37614"/>
                      <a:pt x="8543" y="37270"/>
                    </a:cubicBezTo>
                    <a:lnTo>
                      <a:pt x="8543" y="607"/>
                    </a:lnTo>
                    <a:cubicBezTo>
                      <a:pt x="8543" y="277"/>
                      <a:pt x="8268" y="1"/>
                      <a:pt x="793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4" name="Google Shape;914;p24"/>
              <p:cNvSpPr/>
              <p:nvPr/>
            </p:nvSpPr>
            <p:spPr>
              <a:xfrm>
                <a:off x="2913853" y="2445833"/>
                <a:ext cx="58584" cy="159079"/>
              </a:xfrm>
              <a:custGeom>
                <a:rect b="b" l="l" r="r" t="t"/>
                <a:pathLst>
                  <a:path extrusionOk="0" h="37876" w="8543">
                    <a:moveTo>
                      <a:pt x="606" y="1"/>
                    </a:moveTo>
                    <a:cubicBezTo>
                      <a:pt x="276" y="1"/>
                      <a:pt x="0" y="263"/>
                      <a:pt x="0" y="607"/>
                    </a:cubicBezTo>
                    <a:lnTo>
                      <a:pt x="0" y="37270"/>
                    </a:lnTo>
                    <a:cubicBezTo>
                      <a:pt x="0" y="37614"/>
                      <a:pt x="276" y="37876"/>
                      <a:pt x="606" y="37876"/>
                    </a:cubicBezTo>
                    <a:lnTo>
                      <a:pt x="7936" y="37876"/>
                    </a:lnTo>
                    <a:cubicBezTo>
                      <a:pt x="8267" y="37876"/>
                      <a:pt x="8542" y="37614"/>
                      <a:pt x="8542" y="37270"/>
                    </a:cubicBezTo>
                    <a:lnTo>
                      <a:pt x="8542" y="607"/>
                    </a:lnTo>
                    <a:cubicBezTo>
                      <a:pt x="8542" y="263"/>
                      <a:pt x="8267" y="1"/>
                      <a:pt x="79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5" name="Google Shape;915;p24"/>
              <p:cNvSpPr/>
              <p:nvPr/>
            </p:nvSpPr>
            <p:spPr>
              <a:xfrm>
                <a:off x="2992026" y="2445833"/>
                <a:ext cx="58584" cy="159138"/>
              </a:xfrm>
              <a:custGeom>
                <a:rect b="b" l="l" r="r" t="t"/>
                <a:pathLst>
                  <a:path extrusionOk="0" h="37890" w="8543">
                    <a:moveTo>
                      <a:pt x="607" y="1"/>
                    </a:moveTo>
                    <a:cubicBezTo>
                      <a:pt x="276" y="1"/>
                      <a:pt x="0" y="277"/>
                      <a:pt x="0" y="607"/>
                    </a:cubicBezTo>
                    <a:lnTo>
                      <a:pt x="0" y="37270"/>
                    </a:lnTo>
                    <a:cubicBezTo>
                      <a:pt x="0" y="37614"/>
                      <a:pt x="276" y="37890"/>
                      <a:pt x="607" y="37890"/>
                    </a:cubicBezTo>
                    <a:lnTo>
                      <a:pt x="7923" y="37890"/>
                    </a:lnTo>
                    <a:cubicBezTo>
                      <a:pt x="8267" y="37890"/>
                      <a:pt x="8543" y="37614"/>
                      <a:pt x="8543" y="37270"/>
                    </a:cubicBezTo>
                    <a:lnTo>
                      <a:pt x="8543" y="607"/>
                    </a:lnTo>
                    <a:cubicBezTo>
                      <a:pt x="8543" y="277"/>
                      <a:pt x="8267" y="1"/>
                      <a:pt x="792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6" name="Google Shape;916;p24"/>
              <p:cNvSpPr/>
              <p:nvPr/>
            </p:nvSpPr>
            <p:spPr>
              <a:xfrm>
                <a:off x="3070199" y="2445833"/>
                <a:ext cx="58584" cy="159138"/>
              </a:xfrm>
              <a:custGeom>
                <a:rect b="b" l="l" r="r" t="t"/>
                <a:pathLst>
                  <a:path extrusionOk="0" h="37890" w="8543">
                    <a:moveTo>
                      <a:pt x="607" y="1"/>
                    </a:moveTo>
                    <a:cubicBezTo>
                      <a:pt x="262" y="1"/>
                      <a:pt x="1" y="263"/>
                      <a:pt x="1" y="607"/>
                    </a:cubicBezTo>
                    <a:lnTo>
                      <a:pt x="1" y="37270"/>
                    </a:lnTo>
                    <a:cubicBezTo>
                      <a:pt x="1" y="37614"/>
                      <a:pt x="262" y="37890"/>
                      <a:pt x="607" y="37890"/>
                    </a:cubicBezTo>
                    <a:lnTo>
                      <a:pt x="7923" y="37890"/>
                    </a:lnTo>
                    <a:cubicBezTo>
                      <a:pt x="8267" y="37890"/>
                      <a:pt x="8543" y="37614"/>
                      <a:pt x="8543" y="37270"/>
                    </a:cubicBezTo>
                    <a:lnTo>
                      <a:pt x="8543" y="607"/>
                    </a:lnTo>
                    <a:cubicBezTo>
                      <a:pt x="8543" y="263"/>
                      <a:pt x="8267" y="1"/>
                      <a:pt x="792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7" name="Google Shape;917;p24"/>
              <p:cNvSpPr/>
              <p:nvPr/>
            </p:nvSpPr>
            <p:spPr>
              <a:xfrm>
                <a:off x="3148372" y="2445833"/>
                <a:ext cx="58590" cy="159138"/>
              </a:xfrm>
              <a:custGeom>
                <a:rect b="b" l="l" r="r" t="t"/>
                <a:pathLst>
                  <a:path extrusionOk="0" h="37890" w="8544">
                    <a:moveTo>
                      <a:pt x="621" y="1"/>
                    </a:moveTo>
                    <a:cubicBezTo>
                      <a:pt x="276" y="1"/>
                      <a:pt x="1" y="277"/>
                      <a:pt x="1" y="607"/>
                    </a:cubicBezTo>
                    <a:lnTo>
                      <a:pt x="1" y="37270"/>
                    </a:lnTo>
                    <a:cubicBezTo>
                      <a:pt x="1" y="37614"/>
                      <a:pt x="276" y="37890"/>
                      <a:pt x="621" y="37890"/>
                    </a:cubicBezTo>
                    <a:lnTo>
                      <a:pt x="7937" y="37890"/>
                    </a:lnTo>
                    <a:cubicBezTo>
                      <a:pt x="8281" y="37890"/>
                      <a:pt x="8543" y="37614"/>
                      <a:pt x="8543" y="37270"/>
                    </a:cubicBezTo>
                    <a:lnTo>
                      <a:pt x="8543" y="607"/>
                    </a:lnTo>
                    <a:cubicBezTo>
                      <a:pt x="8543" y="277"/>
                      <a:pt x="8281" y="1"/>
                      <a:pt x="793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8" name="Google Shape;918;p24"/>
              <p:cNvSpPr/>
              <p:nvPr/>
            </p:nvSpPr>
            <p:spPr>
              <a:xfrm>
                <a:off x="3226552" y="2445833"/>
                <a:ext cx="58584" cy="159079"/>
              </a:xfrm>
              <a:custGeom>
                <a:rect b="b" l="l" r="r" t="t"/>
                <a:pathLst>
                  <a:path extrusionOk="0" h="37876" w="8543">
                    <a:moveTo>
                      <a:pt x="620" y="1"/>
                    </a:moveTo>
                    <a:cubicBezTo>
                      <a:pt x="276" y="1"/>
                      <a:pt x="0" y="263"/>
                      <a:pt x="0" y="607"/>
                    </a:cubicBezTo>
                    <a:lnTo>
                      <a:pt x="0" y="37270"/>
                    </a:lnTo>
                    <a:cubicBezTo>
                      <a:pt x="0" y="37614"/>
                      <a:pt x="276" y="37876"/>
                      <a:pt x="620" y="37876"/>
                    </a:cubicBezTo>
                    <a:lnTo>
                      <a:pt x="7936" y="37876"/>
                    </a:lnTo>
                    <a:cubicBezTo>
                      <a:pt x="8267" y="37876"/>
                      <a:pt x="8542" y="37614"/>
                      <a:pt x="8542" y="37270"/>
                    </a:cubicBezTo>
                    <a:lnTo>
                      <a:pt x="8542" y="607"/>
                    </a:lnTo>
                    <a:cubicBezTo>
                      <a:pt x="8542" y="263"/>
                      <a:pt x="8267" y="1"/>
                      <a:pt x="79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9" name="Google Shape;919;p24"/>
              <p:cNvSpPr/>
              <p:nvPr/>
            </p:nvSpPr>
            <p:spPr>
              <a:xfrm>
                <a:off x="3304725" y="2445833"/>
                <a:ext cx="58584" cy="159138"/>
              </a:xfrm>
              <a:custGeom>
                <a:rect b="b" l="l" r="r" t="t"/>
                <a:pathLst>
                  <a:path extrusionOk="0" h="37890" w="8543">
                    <a:moveTo>
                      <a:pt x="606" y="1"/>
                    </a:moveTo>
                    <a:cubicBezTo>
                      <a:pt x="276" y="1"/>
                      <a:pt x="0" y="277"/>
                      <a:pt x="0" y="607"/>
                    </a:cubicBezTo>
                    <a:lnTo>
                      <a:pt x="0" y="37270"/>
                    </a:lnTo>
                    <a:cubicBezTo>
                      <a:pt x="0" y="37614"/>
                      <a:pt x="276" y="37890"/>
                      <a:pt x="606" y="37890"/>
                    </a:cubicBezTo>
                    <a:lnTo>
                      <a:pt x="7936" y="37890"/>
                    </a:lnTo>
                    <a:cubicBezTo>
                      <a:pt x="8267" y="37890"/>
                      <a:pt x="8542" y="37614"/>
                      <a:pt x="8542" y="37270"/>
                    </a:cubicBezTo>
                    <a:lnTo>
                      <a:pt x="8542" y="607"/>
                    </a:lnTo>
                    <a:cubicBezTo>
                      <a:pt x="8542" y="277"/>
                      <a:pt x="8267" y="1"/>
                      <a:pt x="79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0" name="Google Shape;920;p24"/>
              <p:cNvSpPr/>
              <p:nvPr/>
            </p:nvSpPr>
            <p:spPr>
              <a:xfrm>
                <a:off x="3382898" y="2445833"/>
                <a:ext cx="58584" cy="159079"/>
              </a:xfrm>
              <a:custGeom>
                <a:rect b="b" l="l" r="r" t="t"/>
                <a:pathLst>
                  <a:path extrusionOk="0" h="37876" w="8543">
                    <a:moveTo>
                      <a:pt x="607" y="1"/>
                    </a:moveTo>
                    <a:cubicBezTo>
                      <a:pt x="276" y="1"/>
                      <a:pt x="0" y="263"/>
                      <a:pt x="0" y="607"/>
                    </a:cubicBezTo>
                    <a:lnTo>
                      <a:pt x="0" y="37270"/>
                    </a:lnTo>
                    <a:cubicBezTo>
                      <a:pt x="0" y="37614"/>
                      <a:pt x="276" y="37876"/>
                      <a:pt x="607" y="37876"/>
                    </a:cubicBezTo>
                    <a:lnTo>
                      <a:pt x="7936" y="37876"/>
                    </a:lnTo>
                    <a:cubicBezTo>
                      <a:pt x="8267" y="37876"/>
                      <a:pt x="8543" y="37614"/>
                      <a:pt x="8543" y="37270"/>
                    </a:cubicBezTo>
                    <a:lnTo>
                      <a:pt x="8543" y="607"/>
                    </a:lnTo>
                    <a:cubicBezTo>
                      <a:pt x="8543" y="263"/>
                      <a:pt x="8267" y="1"/>
                      <a:pt x="793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1" name="Google Shape;921;p24"/>
            <p:cNvSpPr/>
            <p:nvPr/>
          </p:nvSpPr>
          <p:spPr>
            <a:xfrm>
              <a:off x="3461071" y="2445833"/>
              <a:ext cx="58584" cy="159138"/>
            </a:xfrm>
            <a:custGeom>
              <a:rect b="b" l="l" r="r" t="t"/>
              <a:pathLst>
                <a:path extrusionOk="0" h="37890" w="8543">
                  <a:moveTo>
                    <a:pt x="607" y="1"/>
                  </a:moveTo>
                  <a:cubicBezTo>
                    <a:pt x="262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2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24"/>
            <p:cNvSpPr/>
            <p:nvPr/>
          </p:nvSpPr>
          <p:spPr>
            <a:xfrm>
              <a:off x="3539244" y="2445833"/>
              <a:ext cx="58584" cy="159138"/>
            </a:xfrm>
            <a:custGeom>
              <a:rect b="b" l="l" r="r" t="t"/>
              <a:pathLst>
                <a:path extrusionOk="0" h="37890" w="8543">
                  <a:moveTo>
                    <a:pt x="607" y="1"/>
                  </a:moveTo>
                  <a:cubicBezTo>
                    <a:pt x="263" y="1"/>
                    <a:pt x="1" y="263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3" y="37890"/>
                    <a:pt x="607" y="37890"/>
                  </a:cubicBezTo>
                  <a:lnTo>
                    <a:pt x="7923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24"/>
            <p:cNvSpPr/>
            <p:nvPr/>
          </p:nvSpPr>
          <p:spPr>
            <a:xfrm>
              <a:off x="3617417" y="2445833"/>
              <a:ext cx="58584" cy="159138"/>
            </a:xfrm>
            <a:custGeom>
              <a:rect b="b" l="l" r="r" t="t"/>
              <a:pathLst>
                <a:path extrusionOk="0" h="37890" w="8543">
                  <a:moveTo>
                    <a:pt x="620" y="1"/>
                  </a:moveTo>
                  <a:cubicBezTo>
                    <a:pt x="276" y="1"/>
                    <a:pt x="0" y="277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20" y="37890"/>
                  </a:cubicBezTo>
                  <a:lnTo>
                    <a:pt x="7936" y="37890"/>
                  </a:lnTo>
                  <a:cubicBezTo>
                    <a:pt x="8267" y="37890"/>
                    <a:pt x="8542" y="37614"/>
                    <a:pt x="8542" y="37270"/>
                  </a:cubicBezTo>
                  <a:lnTo>
                    <a:pt x="8542" y="607"/>
                  </a:lnTo>
                  <a:cubicBezTo>
                    <a:pt x="8542" y="277"/>
                    <a:pt x="8267" y="1"/>
                    <a:pt x="79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24"/>
            <p:cNvSpPr/>
            <p:nvPr/>
          </p:nvSpPr>
          <p:spPr>
            <a:xfrm>
              <a:off x="3695590" y="2445833"/>
              <a:ext cx="58584" cy="159138"/>
            </a:xfrm>
            <a:custGeom>
              <a:rect b="b" l="l" r="r" t="t"/>
              <a:pathLst>
                <a:path extrusionOk="0" h="37890" w="8543">
                  <a:moveTo>
                    <a:pt x="620" y="1"/>
                  </a:moveTo>
                  <a:cubicBezTo>
                    <a:pt x="276" y="1"/>
                    <a:pt x="0" y="263"/>
                    <a:pt x="0" y="607"/>
                  </a:cubicBezTo>
                  <a:lnTo>
                    <a:pt x="0" y="37270"/>
                  </a:lnTo>
                  <a:cubicBezTo>
                    <a:pt x="0" y="37614"/>
                    <a:pt x="276" y="37890"/>
                    <a:pt x="620" y="37890"/>
                  </a:cubicBezTo>
                  <a:lnTo>
                    <a:pt x="7936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3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24"/>
            <p:cNvSpPr/>
            <p:nvPr/>
          </p:nvSpPr>
          <p:spPr>
            <a:xfrm>
              <a:off x="3773763" y="2445833"/>
              <a:ext cx="58584" cy="159138"/>
            </a:xfrm>
            <a:custGeom>
              <a:rect b="b" l="l" r="r" t="t"/>
              <a:pathLst>
                <a:path extrusionOk="0" h="37890" w="8543">
                  <a:moveTo>
                    <a:pt x="607" y="1"/>
                  </a:moveTo>
                  <a:cubicBezTo>
                    <a:pt x="276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6" y="37890"/>
                    <a:pt x="607" y="37890"/>
                  </a:cubicBezTo>
                  <a:lnTo>
                    <a:pt x="7937" y="37890"/>
                  </a:lnTo>
                  <a:cubicBezTo>
                    <a:pt x="8267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7" y="1"/>
                    <a:pt x="79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24"/>
            <p:cNvSpPr/>
            <p:nvPr/>
          </p:nvSpPr>
          <p:spPr>
            <a:xfrm>
              <a:off x="3851936" y="2445833"/>
              <a:ext cx="58584" cy="159079"/>
            </a:xfrm>
            <a:custGeom>
              <a:rect b="b" l="l" r="r" t="t"/>
              <a:pathLst>
                <a:path extrusionOk="0" h="37876" w="8543">
                  <a:moveTo>
                    <a:pt x="607" y="1"/>
                  </a:moveTo>
                  <a:cubicBezTo>
                    <a:pt x="276" y="1"/>
                    <a:pt x="1" y="263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76" y="37876"/>
                    <a:pt x="607" y="37876"/>
                  </a:cubicBezTo>
                  <a:lnTo>
                    <a:pt x="7923" y="37876"/>
                  </a:lnTo>
                  <a:cubicBezTo>
                    <a:pt x="8267" y="37876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63"/>
                    <a:pt x="8267" y="1"/>
                    <a:pt x="79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24"/>
            <p:cNvSpPr/>
            <p:nvPr/>
          </p:nvSpPr>
          <p:spPr>
            <a:xfrm>
              <a:off x="3930109" y="2445833"/>
              <a:ext cx="58590" cy="159138"/>
            </a:xfrm>
            <a:custGeom>
              <a:rect b="b" l="l" r="r" t="t"/>
              <a:pathLst>
                <a:path extrusionOk="0" h="37890" w="8544">
                  <a:moveTo>
                    <a:pt x="607" y="1"/>
                  </a:moveTo>
                  <a:cubicBezTo>
                    <a:pt x="263" y="1"/>
                    <a:pt x="1" y="277"/>
                    <a:pt x="1" y="607"/>
                  </a:cubicBezTo>
                  <a:lnTo>
                    <a:pt x="1" y="37270"/>
                  </a:lnTo>
                  <a:cubicBezTo>
                    <a:pt x="1" y="37614"/>
                    <a:pt x="263" y="37890"/>
                    <a:pt x="607" y="37890"/>
                  </a:cubicBezTo>
                  <a:lnTo>
                    <a:pt x="7923" y="37890"/>
                  </a:lnTo>
                  <a:cubicBezTo>
                    <a:pt x="8268" y="37890"/>
                    <a:pt x="8543" y="37614"/>
                    <a:pt x="8543" y="37270"/>
                  </a:cubicBezTo>
                  <a:lnTo>
                    <a:pt x="8543" y="607"/>
                  </a:lnTo>
                  <a:cubicBezTo>
                    <a:pt x="8543" y="277"/>
                    <a:pt x="8268" y="1"/>
                    <a:pt x="79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8" name="Google Shape;928;p24"/>
          <p:cNvGrpSpPr/>
          <p:nvPr/>
        </p:nvGrpSpPr>
        <p:grpSpPr>
          <a:xfrm>
            <a:off x="3142077" y="4241952"/>
            <a:ext cx="1227268" cy="134009"/>
            <a:chOff x="3558802" y="4011244"/>
            <a:chExt cx="1866000" cy="111600"/>
          </a:xfrm>
        </p:grpSpPr>
        <p:sp>
          <p:nvSpPr>
            <p:cNvPr id="929" name="Google Shape;929;p24"/>
            <p:cNvSpPr/>
            <p:nvPr/>
          </p:nvSpPr>
          <p:spPr>
            <a:xfrm flipH="1" rot="5400000">
              <a:off x="4436152" y="3134077"/>
              <a:ext cx="111300" cy="1866000"/>
            </a:xfrm>
            <a:prstGeom prst="round2SameRect">
              <a:avLst>
                <a:gd fmla="val 50000" name="adj1"/>
                <a:gd fmla="val 50000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24"/>
            <p:cNvSpPr/>
            <p:nvPr/>
          </p:nvSpPr>
          <p:spPr>
            <a:xfrm flipH="1" rot="5400000">
              <a:off x="4157232" y="3412894"/>
              <a:ext cx="111600" cy="1308300"/>
            </a:xfrm>
            <a:prstGeom prst="round2SameRect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1" name="Google Shape;931;p24"/>
          <p:cNvGrpSpPr/>
          <p:nvPr/>
        </p:nvGrpSpPr>
        <p:grpSpPr>
          <a:xfrm>
            <a:off x="297448" y="4241974"/>
            <a:ext cx="1227141" cy="106202"/>
            <a:chOff x="2598024" y="2207461"/>
            <a:chExt cx="1383474" cy="119732"/>
          </a:xfrm>
        </p:grpSpPr>
        <p:sp>
          <p:nvSpPr>
            <p:cNvPr id="932" name="Google Shape;932;p24"/>
            <p:cNvSpPr/>
            <p:nvPr/>
          </p:nvSpPr>
          <p:spPr>
            <a:xfrm rot="-5400000">
              <a:off x="2778563" y="2207493"/>
              <a:ext cx="119700" cy="1197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24"/>
            <p:cNvSpPr/>
            <p:nvPr/>
          </p:nvSpPr>
          <p:spPr>
            <a:xfrm rot="-5400000">
              <a:off x="2959102" y="2207493"/>
              <a:ext cx="119700" cy="1197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24"/>
            <p:cNvSpPr/>
            <p:nvPr/>
          </p:nvSpPr>
          <p:spPr>
            <a:xfrm rot="-5400000">
              <a:off x="3139642" y="2207493"/>
              <a:ext cx="119700" cy="11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24"/>
            <p:cNvSpPr/>
            <p:nvPr/>
          </p:nvSpPr>
          <p:spPr>
            <a:xfrm rot="-5400000">
              <a:off x="3320181" y="2207493"/>
              <a:ext cx="119700" cy="11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24"/>
            <p:cNvSpPr/>
            <p:nvPr/>
          </p:nvSpPr>
          <p:spPr>
            <a:xfrm rot="-5400000">
              <a:off x="3500720" y="2207493"/>
              <a:ext cx="119700" cy="11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24"/>
            <p:cNvSpPr/>
            <p:nvPr/>
          </p:nvSpPr>
          <p:spPr>
            <a:xfrm rot="-5400000">
              <a:off x="2598024" y="2207493"/>
              <a:ext cx="119700" cy="1197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24"/>
            <p:cNvSpPr/>
            <p:nvPr/>
          </p:nvSpPr>
          <p:spPr>
            <a:xfrm rot="-5400000">
              <a:off x="3681259" y="2207461"/>
              <a:ext cx="119700" cy="11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24"/>
            <p:cNvSpPr/>
            <p:nvPr/>
          </p:nvSpPr>
          <p:spPr>
            <a:xfrm rot="-5400000">
              <a:off x="3861798" y="2207461"/>
              <a:ext cx="119700" cy="11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40" name="Google Shape;940;p24"/>
          <p:cNvGrpSpPr/>
          <p:nvPr/>
        </p:nvGrpSpPr>
        <p:grpSpPr>
          <a:xfrm>
            <a:off x="1720817" y="4446153"/>
            <a:ext cx="1227251" cy="172489"/>
            <a:chOff x="723300" y="4253549"/>
            <a:chExt cx="2276482" cy="324900"/>
          </a:xfrm>
        </p:grpSpPr>
        <p:sp>
          <p:nvSpPr>
            <p:cNvPr id="941" name="Google Shape;941;p24"/>
            <p:cNvSpPr/>
            <p:nvPr/>
          </p:nvSpPr>
          <p:spPr>
            <a:xfrm>
              <a:off x="723300" y="4253549"/>
              <a:ext cx="3417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24"/>
            <p:cNvSpPr/>
            <p:nvPr/>
          </p:nvSpPr>
          <p:spPr>
            <a:xfrm>
              <a:off x="1206995" y="4253549"/>
              <a:ext cx="3417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24"/>
            <p:cNvSpPr/>
            <p:nvPr/>
          </p:nvSpPr>
          <p:spPr>
            <a:xfrm>
              <a:off x="1690691" y="4253549"/>
              <a:ext cx="3417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24"/>
            <p:cNvSpPr/>
            <p:nvPr/>
          </p:nvSpPr>
          <p:spPr>
            <a:xfrm>
              <a:off x="2174386" y="4253549"/>
              <a:ext cx="3417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24"/>
            <p:cNvSpPr/>
            <p:nvPr/>
          </p:nvSpPr>
          <p:spPr>
            <a:xfrm>
              <a:off x="2658082" y="4253549"/>
              <a:ext cx="341700" cy="3249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46" name="Google Shape;946;p24"/>
          <p:cNvGrpSpPr/>
          <p:nvPr/>
        </p:nvGrpSpPr>
        <p:grpSpPr>
          <a:xfrm>
            <a:off x="1721520" y="4242381"/>
            <a:ext cx="1225823" cy="158951"/>
            <a:chOff x="705948" y="3788465"/>
            <a:chExt cx="2308952" cy="299400"/>
          </a:xfrm>
        </p:grpSpPr>
        <p:sp>
          <p:nvSpPr>
            <p:cNvPr id="947" name="Google Shape;947;p24"/>
            <p:cNvSpPr/>
            <p:nvPr/>
          </p:nvSpPr>
          <p:spPr>
            <a:xfrm>
              <a:off x="705948" y="3788465"/>
              <a:ext cx="335400" cy="2994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24"/>
            <p:cNvSpPr/>
            <p:nvPr/>
          </p:nvSpPr>
          <p:spPr>
            <a:xfrm>
              <a:off x="1209923" y="3788465"/>
              <a:ext cx="335400" cy="2994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24"/>
            <p:cNvSpPr/>
            <p:nvPr/>
          </p:nvSpPr>
          <p:spPr>
            <a:xfrm>
              <a:off x="1713905" y="3788465"/>
              <a:ext cx="335400" cy="299400"/>
            </a:xfrm>
            <a:prstGeom prst="hear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24"/>
            <p:cNvSpPr/>
            <p:nvPr/>
          </p:nvSpPr>
          <p:spPr>
            <a:xfrm>
              <a:off x="2189639" y="3788465"/>
              <a:ext cx="335400" cy="299400"/>
            </a:xfrm>
            <a:prstGeom prst="hear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24"/>
            <p:cNvSpPr/>
            <p:nvPr/>
          </p:nvSpPr>
          <p:spPr>
            <a:xfrm>
              <a:off x="2679500" y="3788465"/>
              <a:ext cx="335400" cy="299400"/>
            </a:xfrm>
            <a:prstGeom prst="hear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2" name="Google Shape;952;p24"/>
          <p:cNvGrpSpPr/>
          <p:nvPr/>
        </p:nvGrpSpPr>
        <p:grpSpPr>
          <a:xfrm>
            <a:off x="297322" y="4511798"/>
            <a:ext cx="1227103" cy="106742"/>
            <a:chOff x="717063" y="4466290"/>
            <a:chExt cx="1636137" cy="142322"/>
          </a:xfrm>
        </p:grpSpPr>
        <p:grpSp>
          <p:nvGrpSpPr>
            <p:cNvPr id="953" name="Google Shape;953;p24"/>
            <p:cNvGrpSpPr/>
            <p:nvPr/>
          </p:nvGrpSpPr>
          <p:grpSpPr>
            <a:xfrm>
              <a:off x="717063" y="4466290"/>
              <a:ext cx="1636137" cy="0"/>
              <a:chOff x="5224975" y="2962250"/>
              <a:chExt cx="1544400" cy="0"/>
            </a:xfrm>
          </p:grpSpPr>
          <p:cxnSp>
            <p:nvCxnSpPr>
              <p:cNvPr id="954" name="Google Shape;954;p24"/>
              <p:cNvCxnSpPr/>
              <p:nvPr/>
            </p:nvCxnSpPr>
            <p:spPr>
              <a:xfrm>
                <a:off x="5224975" y="2962250"/>
                <a:ext cx="1544400" cy="0"/>
              </a:xfrm>
              <a:prstGeom prst="straightConnector1">
                <a:avLst/>
              </a:prstGeom>
              <a:noFill/>
              <a:ln cap="flat" cmpd="sng" w="143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5" name="Google Shape;955;p24"/>
              <p:cNvCxnSpPr/>
              <p:nvPr/>
            </p:nvCxnSpPr>
            <p:spPr>
              <a:xfrm>
                <a:off x="5225150" y="2962250"/>
                <a:ext cx="453300" cy="0"/>
              </a:xfrm>
              <a:prstGeom prst="straightConnector1">
                <a:avLst/>
              </a:prstGeom>
              <a:noFill/>
              <a:ln cap="flat" cmpd="sng" w="14300">
                <a:solidFill>
                  <a:schemeClr val="accent1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  <p:grpSp>
          <p:nvGrpSpPr>
            <p:cNvPr id="956" name="Google Shape;956;p24"/>
            <p:cNvGrpSpPr/>
            <p:nvPr/>
          </p:nvGrpSpPr>
          <p:grpSpPr>
            <a:xfrm>
              <a:off x="717063" y="4608612"/>
              <a:ext cx="1636137" cy="0"/>
              <a:chOff x="5224975" y="2962250"/>
              <a:chExt cx="1544400" cy="0"/>
            </a:xfrm>
          </p:grpSpPr>
          <p:cxnSp>
            <p:nvCxnSpPr>
              <p:cNvPr id="957" name="Google Shape;957;p24"/>
              <p:cNvCxnSpPr/>
              <p:nvPr/>
            </p:nvCxnSpPr>
            <p:spPr>
              <a:xfrm>
                <a:off x="5224975" y="2962250"/>
                <a:ext cx="1544400" cy="0"/>
              </a:xfrm>
              <a:prstGeom prst="straightConnector1">
                <a:avLst/>
              </a:prstGeom>
              <a:noFill/>
              <a:ln cap="flat" cmpd="sng" w="143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8" name="Google Shape;958;p24"/>
              <p:cNvCxnSpPr/>
              <p:nvPr/>
            </p:nvCxnSpPr>
            <p:spPr>
              <a:xfrm>
                <a:off x="5225150" y="2962250"/>
                <a:ext cx="998700" cy="0"/>
              </a:xfrm>
              <a:prstGeom prst="straightConnector1">
                <a:avLst/>
              </a:prstGeom>
              <a:noFill/>
              <a:ln cap="flat" cmpd="sng" w="14300">
                <a:solidFill>
                  <a:schemeClr val="accent1"/>
                </a:solidFill>
                <a:prstDash val="solid"/>
                <a:round/>
                <a:headEnd len="sm" w="sm" type="none"/>
                <a:tailEnd len="med" w="med" type="oval"/>
              </a:ln>
            </p:spPr>
          </p:cxnSp>
        </p:grpSp>
      </p:grpSp>
      <p:grpSp>
        <p:nvGrpSpPr>
          <p:cNvPr id="959" name="Google Shape;959;p24"/>
          <p:cNvGrpSpPr/>
          <p:nvPr/>
        </p:nvGrpSpPr>
        <p:grpSpPr>
          <a:xfrm>
            <a:off x="3030006" y="1575910"/>
            <a:ext cx="1456707" cy="1124106"/>
            <a:chOff x="4267623" y="1395910"/>
            <a:chExt cx="1364980" cy="1053323"/>
          </a:xfrm>
        </p:grpSpPr>
        <p:sp>
          <p:nvSpPr>
            <p:cNvPr id="960" name="Google Shape;960;p24"/>
            <p:cNvSpPr/>
            <p:nvPr/>
          </p:nvSpPr>
          <p:spPr>
            <a:xfrm flipH="1" rot="10800000">
              <a:off x="4293069" y="1395910"/>
              <a:ext cx="1302000" cy="258300"/>
            </a:xfrm>
            <a:prstGeom prst="trapezoid">
              <a:avLst>
                <a:gd fmla="val 53979" name="adj"/>
              </a:avLst>
            </a:prstGeom>
            <a:solidFill>
              <a:schemeClr val="lt1"/>
            </a:solidFill>
            <a:ln cap="flat" cmpd="sng" w="143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61" name="Google Shape;961;p24"/>
            <p:cNvSpPr/>
            <p:nvPr/>
          </p:nvSpPr>
          <p:spPr>
            <a:xfrm flipH="1" rot="10800000">
              <a:off x="4499535" y="1659818"/>
              <a:ext cx="888900" cy="258300"/>
            </a:xfrm>
            <a:prstGeom prst="trapezoid">
              <a:avLst>
                <a:gd fmla="val 53979" name="adj"/>
              </a:avLst>
            </a:prstGeom>
            <a:solidFill>
              <a:schemeClr val="dk2"/>
            </a:solidFill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62" name="Google Shape;962;p24"/>
            <p:cNvSpPr/>
            <p:nvPr/>
          </p:nvSpPr>
          <p:spPr>
            <a:xfrm flipH="1" rot="10800000">
              <a:off x="4684119" y="1923726"/>
              <a:ext cx="519900" cy="258300"/>
            </a:xfrm>
            <a:prstGeom prst="trapezoid">
              <a:avLst>
                <a:gd fmla="val 53979" name="adj"/>
              </a:avLst>
            </a:prstGeom>
            <a:solidFill>
              <a:schemeClr val="lt2"/>
            </a:solidFill>
            <a:ln cap="flat" cmpd="sng" w="143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63" name="Google Shape;963;p24"/>
            <p:cNvSpPr/>
            <p:nvPr/>
          </p:nvSpPr>
          <p:spPr>
            <a:xfrm rot="5400000">
              <a:off x="4819316" y="2209983"/>
              <a:ext cx="261600" cy="2169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64" name="Google Shape;964;p24"/>
            <p:cNvSpPr/>
            <p:nvPr/>
          </p:nvSpPr>
          <p:spPr>
            <a:xfrm>
              <a:off x="5560603" y="1489093"/>
              <a:ext cx="72000" cy="72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65" name="Google Shape;965;p24"/>
            <p:cNvSpPr/>
            <p:nvPr/>
          </p:nvSpPr>
          <p:spPr>
            <a:xfrm>
              <a:off x="5560603" y="2011193"/>
              <a:ext cx="72000" cy="720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66" name="Google Shape;966;p24"/>
            <p:cNvSpPr/>
            <p:nvPr/>
          </p:nvSpPr>
          <p:spPr>
            <a:xfrm>
              <a:off x="4267623" y="1752968"/>
              <a:ext cx="72000" cy="72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67" name="Google Shape;967;p24"/>
            <p:cNvSpPr/>
            <p:nvPr/>
          </p:nvSpPr>
          <p:spPr>
            <a:xfrm>
              <a:off x="4267623" y="2299841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968" name="Google Shape;968;p24"/>
            <p:cNvCxnSpPr>
              <a:stCxn id="964" idx="2"/>
              <a:endCxn id="960" idx="3"/>
            </p:cNvCxnSpPr>
            <p:nvPr/>
          </p:nvCxnSpPr>
          <p:spPr>
            <a:xfrm rot="10800000">
              <a:off x="5525503" y="1525093"/>
              <a:ext cx="35100" cy="0"/>
            </a:xfrm>
            <a:prstGeom prst="straightConnector1">
              <a:avLst/>
            </a:prstGeom>
            <a:noFill/>
            <a:ln cap="flat" cmpd="sng" w="143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9" name="Google Shape;969;p24"/>
            <p:cNvCxnSpPr>
              <a:stCxn id="966" idx="6"/>
              <a:endCxn id="961" idx="1"/>
            </p:cNvCxnSpPr>
            <p:nvPr/>
          </p:nvCxnSpPr>
          <p:spPr>
            <a:xfrm>
              <a:off x="4339623" y="1788968"/>
              <a:ext cx="229500" cy="0"/>
            </a:xfrm>
            <a:prstGeom prst="straightConnector1">
              <a:avLst/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0" name="Google Shape;970;p24"/>
            <p:cNvCxnSpPr>
              <a:stCxn id="962" idx="3"/>
              <a:endCxn id="965" idx="2"/>
            </p:cNvCxnSpPr>
            <p:nvPr/>
          </p:nvCxnSpPr>
          <p:spPr>
            <a:xfrm flipH="1" rot="10800000">
              <a:off x="5134305" y="2047176"/>
              <a:ext cx="426300" cy="5700"/>
            </a:xfrm>
            <a:prstGeom prst="straightConnector1">
              <a:avLst/>
            </a:prstGeom>
            <a:noFill/>
            <a:ln cap="flat" cmpd="sng" w="143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1" name="Google Shape;971;p24"/>
            <p:cNvCxnSpPr>
              <a:stCxn id="963" idx="0"/>
              <a:endCxn id="967" idx="6"/>
            </p:cNvCxnSpPr>
            <p:nvPr/>
          </p:nvCxnSpPr>
          <p:spPr>
            <a:xfrm rot="10800000">
              <a:off x="4339766" y="2335983"/>
              <a:ext cx="718800" cy="4800"/>
            </a:xfrm>
            <a:prstGeom prst="straightConnector1">
              <a:avLst/>
            </a:prstGeom>
            <a:noFill/>
            <a:ln cap="flat" cmpd="sng" w="143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72" name="Google Shape;972;p24"/>
          <p:cNvGrpSpPr/>
          <p:nvPr/>
        </p:nvGrpSpPr>
        <p:grpSpPr>
          <a:xfrm>
            <a:off x="5232463" y="2908010"/>
            <a:ext cx="850075" cy="533025"/>
            <a:chOff x="4277294" y="3280212"/>
            <a:chExt cx="1434000" cy="899165"/>
          </a:xfrm>
        </p:grpSpPr>
        <p:grpSp>
          <p:nvGrpSpPr>
            <p:cNvPr id="973" name="Google Shape;973;p24"/>
            <p:cNvGrpSpPr/>
            <p:nvPr/>
          </p:nvGrpSpPr>
          <p:grpSpPr>
            <a:xfrm>
              <a:off x="4277294" y="3985877"/>
              <a:ext cx="1434000" cy="193500"/>
              <a:chOff x="4277294" y="3985877"/>
              <a:chExt cx="1434000" cy="193500"/>
            </a:xfrm>
          </p:grpSpPr>
          <p:sp>
            <p:nvSpPr>
              <p:cNvPr id="974" name="Google Shape;974;p24"/>
              <p:cNvSpPr/>
              <p:nvPr/>
            </p:nvSpPr>
            <p:spPr>
              <a:xfrm rot="10800000">
                <a:off x="4277294" y="3985877"/>
                <a:ext cx="1366200" cy="193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75" name="Google Shape;975;p24"/>
              <p:cNvCxnSpPr>
                <a:stCxn id="974" idx="1"/>
              </p:cNvCxnSpPr>
              <p:nvPr/>
            </p:nvCxnSpPr>
            <p:spPr>
              <a:xfrm flipH="1" rot="10800000">
                <a:off x="5643494" y="4080527"/>
                <a:ext cx="67800" cy="2100"/>
              </a:xfrm>
              <a:prstGeom prst="straightConnector1">
                <a:avLst/>
              </a:prstGeom>
              <a:noFill/>
              <a:ln cap="flat" cmpd="sng" w="143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976" name="Google Shape;976;p24"/>
            <p:cNvGrpSpPr/>
            <p:nvPr/>
          </p:nvGrpSpPr>
          <p:grpSpPr>
            <a:xfrm>
              <a:off x="4332478" y="3746351"/>
              <a:ext cx="1182600" cy="193500"/>
              <a:chOff x="4332478" y="3746351"/>
              <a:chExt cx="1182600" cy="193500"/>
            </a:xfrm>
          </p:grpSpPr>
          <p:sp>
            <p:nvSpPr>
              <p:cNvPr id="977" name="Google Shape;977;p24"/>
              <p:cNvSpPr/>
              <p:nvPr/>
            </p:nvSpPr>
            <p:spPr>
              <a:xfrm rot="10800000">
                <a:off x="4405678" y="3746351"/>
                <a:ext cx="1109400" cy="193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78" name="Google Shape;978;p24"/>
              <p:cNvCxnSpPr>
                <a:endCxn id="977" idx="3"/>
              </p:cNvCxnSpPr>
              <p:nvPr/>
            </p:nvCxnSpPr>
            <p:spPr>
              <a:xfrm>
                <a:off x="4332478" y="3843101"/>
                <a:ext cx="73200" cy="0"/>
              </a:xfrm>
              <a:prstGeom prst="straightConnector1">
                <a:avLst/>
              </a:prstGeom>
              <a:noFill/>
              <a:ln cap="flat" cmpd="sng" w="143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979" name="Google Shape;979;p24"/>
            <p:cNvGrpSpPr/>
            <p:nvPr/>
          </p:nvGrpSpPr>
          <p:grpSpPr>
            <a:xfrm>
              <a:off x="4562350" y="3513282"/>
              <a:ext cx="861000" cy="193500"/>
              <a:chOff x="4562350" y="3513282"/>
              <a:chExt cx="861000" cy="193500"/>
            </a:xfrm>
          </p:grpSpPr>
          <p:sp>
            <p:nvSpPr>
              <p:cNvPr id="980" name="Google Shape;980;p24"/>
              <p:cNvSpPr/>
              <p:nvPr/>
            </p:nvSpPr>
            <p:spPr>
              <a:xfrm rot="10800000">
                <a:off x="4562350" y="3513282"/>
                <a:ext cx="796200" cy="193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81" name="Google Shape;981;p24"/>
              <p:cNvCxnSpPr>
                <a:stCxn id="980" idx="1"/>
              </p:cNvCxnSpPr>
              <p:nvPr/>
            </p:nvCxnSpPr>
            <p:spPr>
              <a:xfrm flipH="1" rot="10800000">
                <a:off x="5358550" y="3607932"/>
                <a:ext cx="64800" cy="2100"/>
              </a:xfrm>
              <a:prstGeom prst="straightConnector1">
                <a:avLst/>
              </a:prstGeom>
              <a:noFill/>
              <a:ln cap="flat" cmpd="sng" w="1430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982" name="Google Shape;982;p24"/>
            <p:cNvGrpSpPr/>
            <p:nvPr/>
          </p:nvGrpSpPr>
          <p:grpSpPr>
            <a:xfrm>
              <a:off x="4686335" y="3280212"/>
              <a:ext cx="493500" cy="193500"/>
              <a:chOff x="4686335" y="3280212"/>
              <a:chExt cx="493500" cy="193500"/>
            </a:xfrm>
          </p:grpSpPr>
          <p:sp>
            <p:nvSpPr>
              <p:cNvPr id="983" name="Google Shape;983;p24"/>
              <p:cNvSpPr/>
              <p:nvPr/>
            </p:nvSpPr>
            <p:spPr>
              <a:xfrm rot="10800000">
                <a:off x="4740935" y="3280212"/>
                <a:ext cx="438900" cy="193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84" name="Google Shape;984;p24"/>
              <p:cNvCxnSpPr>
                <a:endCxn id="983" idx="3"/>
              </p:cNvCxnSpPr>
              <p:nvPr/>
            </p:nvCxnSpPr>
            <p:spPr>
              <a:xfrm>
                <a:off x="4686335" y="3375162"/>
                <a:ext cx="54600" cy="1800"/>
              </a:xfrm>
              <a:prstGeom prst="straightConnector1">
                <a:avLst/>
              </a:prstGeom>
              <a:noFill/>
              <a:ln cap="flat" cmpd="sng" w="14300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grpSp>
        <p:nvGrpSpPr>
          <p:cNvPr id="985" name="Google Shape;985;p24"/>
          <p:cNvGrpSpPr/>
          <p:nvPr/>
        </p:nvGrpSpPr>
        <p:grpSpPr>
          <a:xfrm>
            <a:off x="4567647" y="2908144"/>
            <a:ext cx="592806" cy="533070"/>
            <a:chOff x="5760425" y="3623250"/>
            <a:chExt cx="1309200" cy="1177275"/>
          </a:xfrm>
        </p:grpSpPr>
        <p:sp>
          <p:nvSpPr>
            <p:cNvPr id="986" name="Google Shape;986;p24"/>
            <p:cNvSpPr/>
            <p:nvPr/>
          </p:nvSpPr>
          <p:spPr>
            <a:xfrm>
              <a:off x="5760425" y="4542225"/>
              <a:ext cx="1309200" cy="258300"/>
            </a:xfrm>
            <a:prstGeom prst="trapezoid">
              <a:avLst>
                <a:gd fmla="val 53979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87" name="Google Shape;987;p24"/>
            <p:cNvSpPr/>
            <p:nvPr/>
          </p:nvSpPr>
          <p:spPr>
            <a:xfrm>
              <a:off x="5900475" y="4284450"/>
              <a:ext cx="1029300" cy="258300"/>
            </a:xfrm>
            <a:prstGeom prst="trapezoid">
              <a:avLst>
                <a:gd fmla="val 53979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88" name="Google Shape;988;p24"/>
            <p:cNvSpPr/>
            <p:nvPr/>
          </p:nvSpPr>
          <p:spPr>
            <a:xfrm>
              <a:off x="6039825" y="4026700"/>
              <a:ext cx="750600" cy="258300"/>
            </a:xfrm>
            <a:prstGeom prst="trapezoid">
              <a:avLst>
                <a:gd fmla="val 53979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89" name="Google Shape;989;p24"/>
            <p:cNvSpPr/>
            <p:nvPr/>
          </p:nvSpPr>
          <p:spPr>
            <a:xfrm>
              <a:off x="6180700" y="3623250"/>
              <a:ext cx="470400" cy="403800"/>
            </a:xfrm>
            <a:prstGeom prst="triangl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90" name="Google Shape;990;p24"/>
          <p:cNvGrpSpPr/>
          <p:nvPr/>
        </p:nvGrpSpPr>
        <p:grpSpPr>
          <a:xfrm>
            <a:off x="1720855" y="2985199"/>
            <a:ext cx="1227110" cy="1133188"/>
            <a:chOff x="2541874" y="2328050"/>
            <a:chExt cx="1632446" cy="1507500"/>
          </a:xfrm>
        </p:grpSpPr>
        <p:grpSp>
          <p:nvGrpSpPr>
            <p:cNvPr id="991" name="Google Shape;991;p24"/>
            <p:cNvGrpSpPr/>
            <p:nvPr/>
          </p:nvGrpSpPr>
          <p:grpSpPr>
            <a:xfrm>
              <a:off x="2541874" y="2397088"/>
              <a:ext cx="1632446" cy="1369424"/>
              <a:chOff x="2541874" y="2419113"/>
              <a:chExt cx="1632446" cy="1369424"/>
            </a:xfrm>
          </p:grpSpPr>
          <p:sp>
            <p:nvSpPr>
              <p:cNvPr id="992" name="Google Shape;992;p24"/>
              <p:cNvSpPr/>
              <p:nvPr/>
            </p:nvSpPr>
            <p:spPr>
              <a:xfrm>
                <a:off x="2541874" y="3628611"/>
                <a:ext cx="816300" cy="159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3" name="Google Shape;993;p24"/>
              <p:cNvSpPr/>
              <p:nvPr/>
            </p:nvSpPr>
            <p:spPr>
              <a:xfrm>
                <a:off x="3358020" y="3628611"/>
                <a:ext cx="816300" cy="159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4" name="Google Shape;994;p24"/>
              <p:cNvSpPr/>
              <p:nvPr/>
            </p:nvSpPr>
            <p:spPr>
              <a:xfrm>
                <a:off x="2541874" y="3386692"/>
                <a:ext cx="816300" cy="159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5" name="Google Shape;995;p24"/>
              <p:cNvSpPr/>
              <p:nvPr/>
            </p:nvSpPr>
            <p:spPr>
              <a:xfrm>
                <a:off x="3358020" y="3386692"/>
                <a:ext cx="816300" cy="159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6" name="Google Shape;996;p24"/>
              <p:cNvSpPr/>
              <p:nvPr/>
            </p:nvSpPr>
            <p:spPr>
              <a:xfrm>
                <a:off x="2541874" y="3144772"/>
                <a:ext cx="816300" cy="159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7" name="Google Shape;997;p24"/>
              <p:cNvSpPr/>
              <p:nvPr/>
            </p:nvSpPr>
            <p:spPr>
              <a:xfrm>
                <a:off x="3358020" y="3144772"/>
                <a:ext cx="816300" cy="159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8" name="Google Shape;998;p24"/>
              <p:cNvSpPr/>
              <p:nvPr/>
            </p:nvSpPr>
            <p:spPr>
              <a:xfrm>
                <a:off x="2541874" y="2902853"/>
                <a:ext cx="816300" cy="159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9" name="Google Shape;999;p24"/>
              <p:cNvSpPr/>
              <p:nvPr/>
            </p:nvSpPr>
            <p:spPr>
              <a:xfrm>
                <a:off x="3358020" y="2902853"/>
                <a:ext cx="816300" cy="159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0" name="Google Shape;1000;p24"/>
              <p:cNvSpPr/>
              <p:nvPr/>
            </p:nvSpPr>
            <p:spPr>
              <a:xfrm>
                <a:off x="2541874" y="2660934"/>
                <a:ext cx="816300" cy="159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1" name="Google Shape;1001;p24"/>
              <p:cNvSpPr/>
              <p:nvPr/>
            </p:nvSpPr>
            <p:spPr>
              <a:xfrm>
                <a:off x="3358020" y="2660934"/>
                <a:ext cx="816300" cy="159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2" name="Google Shape;1002;p24"/>
              <p:cNvSpPr/>
              <p:nvPr/>
            </p:nvSpPr>
            <p:spPr>
              <a:xfrm>
                <a:off x="2541874" y="2419113"/>
                <a:ext cx="816300" cy="159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3" name="Google Shape;1003;p24"/>
              <p:cNvSpPr/>
              <p:nvPr/>
            </p:nvSpPr>
            <p:spPr>
              <a:xfrm>
                <a:off x="3358020" y="2419113"/>
                <a:ext cx="816300" cy="159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4" name="Google Shape;1004;p24"/>
              <p:cNvSpPr/>
              <p:nvPr/>
            </p:nvSpPr>
            <p:spPr>
              <a:xfrm>
                <a:off x="2647220" y="3628637"/>
                <a:ext cx="710700" cy="15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5" name="Google Shape;1005;p24"/>
              <p:cNvSpPr/>
              <p:nvPr/>
            </p:nvSpPr>
            <p:spPr>
              <a:xfrm>
                <a:off x="2767244" y="3386715"/>
                <a:ext cx="590700" cy="15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6" name="Google Shape;1006;p24"/>
              <p:cNvSpPr/>
              <p:nvPr/>
            </p:nvSpPr>
            <p:spPr>
              <a:xfrm>
                <a:off x="2707232" y="3144793"/>
                <a:ext cx="650700" cy="15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7" name="Google Shape;1007;p24"/>
              <p:cNvSpPr/>
              <p:nvPr/>
            </p:nvSpPr>
            <p:spPr>
              <a:xfrm>
                <a:off x="3043329" y="2902871"/>
                <a:ext cx="314700" cy="15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8" name="Google Shape;1008;p24"/>
              <p:cNvSpPr/>
              <p:nvPr/>
            </p:nvSpPr>
            <p:spPr>
              <a:xfrm>
                <a:off x="2844406" y="2660949"/>
                <a:ext cx="513900" cy="15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9" name="Google Shape;1009;p24"/>
              <p:cNvSpPr/>
              <p:nvPr/>
            </p:nvSpPr>
            <p:spPr>
              <a:xfrm>
                <a:off x="3139354" y="2419125"/>
                <a:ext cx="218700" cy="15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10" name="Google Shape;1010;p24"/>
              <p:cNvSpPr/>
              <p:nvPr/>
            </p:nvSpPr>
            <p:spPr>
              <a:xfrm>
                <a:off x="3355402" y="3628611"/>
                <a:ext cx="590700" cy="159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11" name="Google Shape;1011;p24"/>
              <p:cNvSpPr/>
              <p:nvPr/>
            </p:nvSpPr>
            <p:spPr>
              <a:xfrm>
                <a:off x="3355402" y="3386694"/>
                <a:ext cx="710700" cy="159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12" name="Google Shape;1012;p24"/>
              <p:cNvSpPr/>
              <p:nvPr/>
            </p:nvSpPr>
            <p:spPr>
              <a:xfrm>
                <a:off x="3355402" y="3144778"/>
                <a:ext cx="426000" cy="159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13" name="Google Shape;1013;p24"/>
              <p:cNvSpPr/>
              <p:nvPr/>
            </p:nvSpPr>
            <p:spPr>
              <a:xfrm>
                <a:off x="3355402" y="2902861"/>
                <a:ext cx="590700" cy="159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14" name="Google Shape;1014;p24"/>
              <p:cNvSpPr/>
              <p:nvPr/>
            </p:nvSpPr>
            <p:spPr>
              <a:xfrm>
                <a:off x="3355402" y="2660944"/>
                <a:ext cx="277800" cy="159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15" name="Google Shape;1015;p24"/>
              <p:cNvSpPr/>
              <p:nvPr/>
            </p:nvSpPr>
            <p:spPr>
              <a:xfrm>
                <a:off x="3355402" y="2419125"/>
                <a:ext cx="168000" cy="159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68575" lIns="68575" spcFirstLastPara="1" rIns="68575" wrap="square" tIns="685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cxnSp>
          <p:nvCxnSpPr>
            <p:cNvPr id="1016" name="Google Shape;1016;p24"/>
            <p:cNvCxnSpPr/>
            <p:nvPr/>
          </p:nvCxnSpPr>
          <p:spPr>
            <a:xfrm>
              <a:off x="3358100" y="2328050"/>
              <a:ext cx="0" cy="1507500"/>
            </a:xfrm>
            <a:prstGeom prst="straightConnector1">
              <a:avLst/>
            </a:prstGeom>
            <a:noFill/>
            <a:ln cap="flat" cmpd="sng" w="143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17" name="Google Shape;1017;p24"/>
          <p:cNvGrpSpPr/>
          <p:nvPr/>
        </p:nvGrpSpPr>
        <p:grpSpPr>
          <a:xfrm>
            <a:off x="3193673" y="2915602"/>
            <a:ext cx="1124193" cy="1124193"/>
            <a:chOff x="2734075" y="2398825"/>
            <a:chExt cx="1410000" cy="1410000"/>
          </a:xfrm>
        </p:grpSpPr>
        <p:sp>
          <p:nvSpPr>
            <p:cNvPr id="1018" name="Google Shape;1018;p24"/>
            <p:cNvSpPr/>
            <p:nvPr/>
          </p:nvSpPr>
          <p:spPr>
            <a:xfrm>
              <a:off x="2734075" y="2398825"/>
              <a:ext cx="1410000" cy="1410000"/>
            </a:xfrm>
            <a:prstGeom prst="donut">
              <a:avLst>
                <a:gd fmla="val 5864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19" name="Google Shape;1019;p24"/>
            <p:cNvSpPr/>
            <p:nvPr/>
          </p:nvSpPr>
          <p:spPr>
            <a:xfrm flipH="1" rot="5400000">
              <a:off x="3137425" y="2802125"/>
              <a:ext cx="603600" cy="603600"/>
            </a:xfrm>
            <a:prstGeom prst="blockArc">
              <a:avLst>
                <a:gd fmla="val 16151512" name="adj1"/>
                <a:gd fmla="val 36507" name="adj2"/>
                <a:gd fmla="val 16861" name="adj3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20" name="Google Shape;1020;p24"/>
            <p:cNvSpPr/>
            <p:nvPr/>
          </p:nvSpPr>
          <p:spPr>
            <a:xfrm flipH="1" rot="5400000">
              <a:off x="2991426" y="2656250"/>
              <a:ext cx="895500" cy="895500"/>
            </a:xfrm>
            <a:prstGeom prst="blockArc">
              <a:avLst>
                <a:gd fmla="val 10785634" name="adj1"/>
                <a:gd fmla="val 25138" name="adj2"/>
                <a:gd fmla="val 12191" name="adj3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21" name="Google Shape;1021;p24"/>
            <p:cNvSpPr/>
            <p:nvPr/>
          </p:nvSpPr>
          <p:spPr>
            <a:xfrm flipH="1" rot="5400000">
              <a:off x="2847675" y="2512275"/>
              <a:ext cx="1183200" cy="1183200"/>
            </a:xfrm>
            <a:prstGeom prst="blockArc">
              <a:avLst>
                <a:gd fmla="val 5389572" name="adj1"/>
                <a:gd fmla="val 43175" name="adj2"/>
                <a:gd fmla="val 9126" name="adj3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022" name="Google Shape;1022;p24"/>
          <p:cNvSpPr/>
          <p:nvPr/>
        </p:nvSpPr>
        <p:spPr>
          <a:xfrm>
            <a:off x="4565600" y="3639556"/>
            <a:ext cx="437400" cy="978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1023" name="Google Shape;1023;p24"/>
          <p:cNvCxnSpPr>
            <a:stCxn id="1022" idx="2"/>
          </p:cNvCxnSpPr>
          <p:nvPr/>
        </p:nvCxnSpPr>
        <p:spPr>
          <a:xfrm rot="10800000">
            <a:off x="4784300" y="3639556"/>
            <a:ext cx="0" cy="978900"/>
          </a:xfrm>
          <a:prstGeom prst="straightConnector1">
            <a:avLst/>
          </a:prstGeom>
          <a:noFill/>
          <a:ln cap="flat" cmpd="sng" w="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24" name="Google Shape;1024;p24"/>
          <p:cNvGrpSpPr/>
          <p:nvPr/>
        </p:nvGrpSpPr>
        <p:grpSpPr>
          <a:xfrm>
            <a:off x="5105375" y="3639368"/>
            <a:ext cx="437400" cy="978975"/>
            <a:chOff x="7127800" y="3303050"/>
            <a:chExt cx="583200" cy="1305300"/>
          </a:xfrm>
        </p:grpSpPr>
        <p:sp>
          <p:nvSpPr>
            <p:cNvPr id="1025" name="Google Shape;1025;p24"/>
            <p:cNvSpPr/>
            <p:nvPr/>
          </p:nvSpPr>
          <p:spPr>
            <a:xfrm>
              <a:off x="7127800" y="3615950"/>
              <a:ext cx="583200" cy="9924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026" name="Google Shape;1026;p24"/>
            <p:cNvCxnSpPr>
              <a:stCxn id="1025" idx="2"/>
            </p:cNvCxnSpPr>
            <p:nvPr/>
          </p:nvCxnSpPr>
          <p:spPr>
            <a:xfrm rot="10800000">
              <a:off x="7419400" y="3303050"/>
              <a:ext cx="0" cy="1305300"/>
            </a:xfrm>
            <a:prstGeom prst="straightConnector1">
              <a:avLst/>
            </a:prstGeom>
            <a:noFill/>
            <a:ln cap="flat" cmpd="sng" w="143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27" name="Google Shape;1027;p24"/>
          <p:cNvGrpSpPr/>
          <p:nvPr/>
        </p:nvGrpSpPr>
        <p:grpSpPr>
          <a:xfrm>
            <a:off x="5645132" y="3639462"/>
            <a:ext cx="437400" cy="978975"/>
            <a:chOff x="7847475" y="3303175"/>
            <a:chExt cx="583200" cy="1305300"/>
          </a:xfrm>
        </p:grpSpPr>
        <p:sp>
          <p:nvSpPr>
            <p:cNvPr id="1028" name="Google Shape;1028;p24"/>
            <p:cNvSpPr/>
            <p:nvPr/>
          </p:nvSpPr>
          <p:spPr>
            <a:xfrm>
              <a:off x="7847475" y="3940975"/>
              <a:ext cx="583200" cy="6675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1029" name="Google Shape;1029;p24"/>
            <p:cNvCxnSpPr>
              <a:stCxn id="1028" idx="2"/>
            </p:cNvCxnSpPr>
            <p:nvPr/>
          </p:nvCxnSpPr>
          <p:spPr>
            <a:xfrm rot="10800000">
              <a:off x="8139075" y="3303175"/>
              <a:ext cx="0" cy="1305300"/>
            </a:xfrm>
            <a:prstGeom prst="straightConnector1">
              <a:avLst/>
            </a:prstGeom>
            <a:noFill/>
            <a:ln cap="flat" cmpd="sng" w="143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30" name="Google Shape;1030;p24"/>
          <p:cNvGrpSpPr/>
          <p:nvPr/>
        </p:nvGrpSpPr>
        <p:grpSpPr>
          <a:xfrm>
            <a:off x="244905" y="3710424"/>
            <a:ext cx="398733" cy="398733"/>
            <a:chOff x="640000" y="3356400"/>
            <a:chExt cx="543900" cy="543900"/>
          </a:xfrm>
        </p:grpSpPr>
        <p:sp>
          <p:nvSpPr>
            <p:cNvPr id="1031" name="Google Shape;1031;p24"/>
            <p:cNvSpPr/>
            <p:nvPr/>
          </p:nvSpPr>
          <p:spPr>
            <a:xfrm>
              <a:off x="681916" y="3398446"/>
              <a:ext cx="460200" cy="45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32" name="Google Shape;1032;p24"/>
            <p:cNvSpPr/>
            <p:nvPr/>
          </p:nvSpPr>
          <p:spPr>
            <a:xfrm>
              <a:off x="640000" y="3356400"/>
              <a:ext cx="543900" cy="543900"/>
            </a:xfrm>
            <a:prstGeom prst="arc">
              <a:avLst>
                <a:gd fmla="val 16200000" name="adj1"/>
                <a:gd fmla="val 0" name="adj2"/>
              </a:avLst>
            </a:prstGeom>
            <a:noFill/>
            <a:ln cap="flat" cmpd="sng" w="143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33" name="Google Shape;1033;p24"/>
          <p:cNvGrpSpPr/>
          <p:nvPr/>
        </p:nvGrpSpPr>
        <p:grpSpPr>
          <a:xfrm>
            <a:off x="685358" y="3710424"/>
            <a:ext cx="398733" cy="398733"/>
            <a:chOff x="1221113" y="3356400"/>
            <a:chExt cx="543900" cy="543900"/>
          </a:xfrm>
        </p:grpSpPr>
        <p:sp>
          <p:nvSpPr>
            <p:cNvPr id="1034" name="Google Shape;1034;p24"/>
            <p:cNvSpPr/>
            <p:nvPr/>
          </p:nvSpPr>
          <p:spPr>
            <a:xfrm>
              <a:off x="1263029" y="3398446"/>
              <a:ext cx="460200" cy="459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35" name="Google Shape;1035;p24"/>
            <p:cNvSpPr/>
            <p:nvPr/>
          </p:nvSpPr>
          <p:spPr>
            <a:xfrm>
              <a:off x="1221113" y="3356400"/>
              <a:ext cx="543900" cy="543900"/>
            </a:xfrm>
            <a:prstGeom prst="arc">
              <a:avLst>
                <a:gd fmla="val 16200000" name="adj1"/>
                <a:gd fmla="val 5375492" name="adj2"/>
              </a:avLst>
            </a:prstGeom>
            <a:noFill/>
            <a:ln cap="flat" cmpd="sng" w="1430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36" name="Google Shape;1036;p24"/>
          <p:cNvGrpSpPr/>
          <p:nvPr/>
        </p:nvGrpSpPr>
        <p:grpSpPr>
          <a:xfrm>
            <a:off x="1125810" y="3710424"/>
            <a:ext cx="398733" cy="398733"/>
            <a:chOff x="1802222" y="3356400"/>
            <a:chExt cx="543900" cy="543900"/>
          </a:xfrm>
        </p:grpSpPr>
        <p:sp>
          <p:nvSpPr>
            <p:cNvPr id="1037" name="Google Shape;1037;p24"/>
            <p:cNvSpPr/>
            <p:nvPr/>
          </p:nvSpPr>
          <p:spPr>
            <a:xfrm>
              <a:off x="1844138" y="3398446"/>
              <a:ext cx="460200" cy="459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38" name="Google Shape;1038;p24"/>
            <p:cNvSpPr/>
            <p:nvPr/>
          </p:nvSpPr>
          <p:spPr>
            <a:xfrm>
              <a:off x="1802222" y="3356400"/>
              <a:ext cx="543900" cy="543900"/>
            </a:xfrm>
            <a:prstGeom prst="arc">
              <a:avLst>
                <a:gd fmla="val 16200000" name="adj1"/>
                <a:gd fmla="val 10755368" name="adj2"/>
              </a:avLst>
            </a:prstGeom>
            <a:noFill/>
            <a:ln cap="flat" cmpd="sng" w="143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39" name="Google Shape;1039;p24"/>
          <p:cNvGrpSpPr/>
          <p:nvPr/>
        </p:nvGrpSpPr>
        <p:grpSpPr>
          <a:xfrm>
            <a:off x="1720813" y="1566028"/>
            <a:ext cx="1227375" cy="1227375"/>
            <a:chOff x="2615050" y="501067"/>
            <a:chExt cx="1636500" cy="1636500"/>
          </a:xfrm>
        </p:grpSpPr>
        <p:sp>
          <p:nvSpPr>
            <p:cNvPr id="1040" name="Google Shape;1040;p24"/>
            <p:cNvSpPr/>
            <p:nvPr/>
          </p:nvSpPr>
          <p:spPr>
            <a:xfrm rot="5400000">
              <a:off x="2868439" y="752501"/>
              <a:ext cx="1129800" cy="1129800"/>
            </a:xfrm>
            <a:prstGeom prst="chord">
              <a:avLst>
                <a:gd fmla="val 5386284" name="adj1"/>
                <a:gd fmla="val 16200000" name="adj2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41" name="Google Shape;1041;p24"/>
            <p:cNvSpPr/>
            <p:nvPr/>
          </p:nvSpPr>
          <p:spPr>
            <a:xfrm>
              <a:off x="2615050" y="501067"/>
              <a:ext cx="1636500" cy="1636500"/>
            </a:xfrm>
            <a:prstGeom prst="blockArc">
              <a:avLst>
                <a:gd fmla="val 10800000" name="adj1"/>
                <a:gd fmla="val 20033791" name="adj2"/>
                <a:gd fmla="val 26085" name="adj3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42" name="Google Shape;1042;p24"/>
          <p:cNvGrpSpPr/>
          <p:nvPr/>
        </p:nvGrpSpPr>
        <p:grpSpPr>
          <a:xfrm>
            <a:off x="1721638" y="2266107"/>
            <a:ext cx="1227375" cy="1227375"/>
            <a:chOff x="2615050" y="501067"/>
            <a:chExt cx="1636500" cy="1636500"/>
          </a:xfrm>
        </p:grpSpPr>
        <p:sp>
          <p:nvSpPr>
            <p:cNvPr id="1043" name="Google Shape;1043;p24"/>
            <p:cNvSpPr/>
            <p:nvPr/>
          </p:nvSpPr>
          <p:spPr>
            <a:xfrm rot="5400000">
              <a:off x="2868439" y="752501"/>
              <a:ext cx="1129800" cy="1129800"/>
            </a:xfrm>
            <a:prstGeom prst="chord">
              <a:avLst>
                <a:gd fmla="val 5386284" name="adj1"/>
                <a:gd fmla="val 16200000" name="adj2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44" name="Google Shape;1044;p24"/>
            <p:cNvSpPr/>
            <p:nvPr/>
          </p:nvSpPr>
          <p:spPr>
            <a:xfrm>
              <a:off x="2615050" y="501067"/>
              <a:ext cx="1636500" cy="1636500"/>
            </a:xfrm>
            <a:prstGeom prst="blockArc">
              <a:avLst>
                <a:gd fmla="val 10800000" name="adj1"/>
                <a:gd fmla="val 16233165" name="adj2"/>
                <a:gd fmla="val 26247" name="adj3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9" name="Google Shape;1049;p25"/>
          <p:cNvGraphicFramePr/>
          <p:nvPr/>
        </p:nvGraphicFramePr>
        <p:xfrm>
          <a:off x="2413694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{6847CA0B-084C-4B91-A1F8-A495A893E8B3}</a:tableStyleId>
              </a:tblPr>
              <a:tblGrid>
                <a:gridCol w="299300"/>
                <a:gridCol w="299300"/>
                <a:gridCol w="299300"/>
                <a:gridCol w="299300"/>
                <a:gridCol w="299300"/>
                <a:gridCol w="299300"/>
              </a:tblGrid>
              <a:tr h="18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0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0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0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50" name="Google Shape;1050;p25"/>
          <p:cNvGraphicFramePr/>
          <p:nvPr/>
        </p:nvGraphicFramePr>
        <p:xfrm>
          <a:off x="418647" y="15329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{6847CA0B-084C-4B91-A1F8-A495A893E8B3}</a:tableStyleId>
              </a:tblPr>
              <a:tblGrid>
                <a:gridCol w="299300"/>
                <a:gridCol w="299300"/>
                <a:gridCol w="299300"/>
                <a:gridCol w="299300"/>
                <a:gridCol w="299300"/>
                <a:gridCol w="299300"/>
              </a:tblGrid>
              <a:tr h="20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0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0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0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sp>
        <p:nvSpPr>
          <p:cNvPr id="1051" name="Google Shape;1051;p25"/>
          <p:cNvSpPr/>
          <p:nvPr/>
        </p:nvSpPr>
        <p:spPr>
          <a:xfrm>
            <a:off x="1017260" y="1880114"/>
            <a:ext cx="598800" cy="55800"/>
          </a:xfrm>
          <a:prstGeom prst="rect">
            <a:avLst/>
          </a:prstGeom>
          <a:solidFill>
            <a:schemeClr val="dk2"/>
          </a:solidFill>
          <a:ln cap="flat" cmpd="sng" w="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2" name="Google Shape;1052;p25"/>
          <p:cNvSpPr/>
          <p:nvPr/>
        </p:nvSpPr>
        <p:spPr>
          <a:xfrm>
            <a:off x="1615985" y="2081583"/>
            <a:ext cx="299400" cy="55800"/>
          </a:xfrm>
          <a:prstGeom prst="rect">
            <a:avLst/>
          </a:prstGeom>
          <a:solidFill>
            <a:schemeClr val="lt2"/>
          </a:solidFill>
          <a:ln cap="flat" cmpd="sng" w="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3" name="Google Shape;1053;p25"/>
          <p:cNvSpPr/>
          <p:nvPr/>
        </p:nvSpPr>
        <p:spPr>
          <a:xfrm>
            <a:off x="1615760" y="2283052"/>
            <a:ext cx="598800" cy="55800"/>
          </a:xfrm>
          <a:prstGeom prst="rect">
            <a:avLst/>
          </a:prstGeom>
          <a:solidFill>
            <a:schemeClr val="accent1"/>
          </a:solidFill>
          <a:ln cap="flat" cmpd="sng" w="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aphicFrame>
        <p:nvGraphicFramePr>
          <p:cNvPr id="1054" name="Google Shape;1054;p25"/>
          <p:cNvGraphicFramePr/>
          <p:nvPr/>
        </p:nvGraphicFramePr>
        <p:xfrm>
          <a:off x="2413694" y="15329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{6847CA0B-084C-4B91-A1F8-A495A893E8B3}</a:tableStyleId>
              </a:tblPr>
              <a:tblGrid>
                <a:gridCol w="299300"/>
                <a:gridCol w="300775"/>
                <a:gridCol w="297850"/>
                <a:gridCol w="299300"/>
                <a:gridCol w="299300"/>
                <a:gridCol w="299300"/>
              </a:tblGrid>
              <a:tr h="18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Inter"/>
                        <a:buNone/>
                      </a:pPr>
                      <a:r>
                        <a:rPr b="1" lang="en" sz="3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Jan</a:t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Inter"/>
                        <a:buNone/>
                      </a:pPr>
                      <a:r>
                        <a:rPr b="1" lang="en" sz="3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Feb</a:t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Inter"/>
                        <a:buNone/>
                      </a:pPr>
                      <a:r>
                        <a:rPr b="1" lang="en" sz="3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</a:t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Inter"/>
                        <a:buNone/>
                      </a:pPr>
                      <a:r>
                        <a:rPr b="1" lang="en" sz="3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Apr</a:t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Inter"/>
                        <a:buNone/>
                      </a:pPr>
                      <a:r>
                        <a:rPr b="1" lang="en" sz="3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Jun</a:t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06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Inter"/>
                        <a:buNone/>
                      </a:pPr>
                      <a:r>
                        <a:rPr b="1" lang="en" sz="3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Task 1</a:t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6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Inter"/>
                        <a:buNone/>
                      </a:pPr>
                      <a:r>
                        <a:rPr b="1" lang="en" sz="3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Task 2</a:t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06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Inter"/>
                        <a:buNone/>
                      </a:pPr>
                      <a:r>
                        <a:rPr b="1" lang="en" sz="3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Task 3</a:t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55" name="Google Shape;1055;p25"/>
          <p:cNvGraphicFramePr/>
          <p:nvPr/>
        </p:nvGraphicFramePr>
        <p:xfrm>
          <a:off x="4408741" y="15329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{6847CA0B-084C-4B91-A1F8-A495A893E8B3}</a:tableStyleId>
              </a:tblPr>
              <a:tblGrid>
                <a:gridCol w="299300"/>
                <a:gridCol w="299300"/>
                <a:gridCol w="299300"/>
                <a:gridCol w="299300"/>
                <a:gridCol w="299300"/>
                <a:gridCol w="299300"/>
              </a:tblGrid>
              <a:tr h="18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0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0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0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56" name="Google Shape;1056;p25"/>
          <p:cNvGraphicFramePr/>
          <p:nvPr/>
        </p:nvGraphicFramePr>
        <p:xfrm>
          <a:off x="422903" y="25717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{6847CA0B-084C-4B91-A1F8-A495A893E8B3}</a:tableStyleId>
              </a:tblPr>
              <a:tblGrid>
                <a:gridCol w="289625"/>
                <a:gridCol w="165875"/>
                <a:gridCol w="299300"/>
                <a:gridCol w="299300"/>
                <a:gridCol w="299300"/>
                <a:gridCol w="299300"/>
              </a:tblGrid>
              <a:tr h="18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lt1"/>
                        </a:solidFill>
                        <a:highlight>
                          <a:schemeClr val="dk1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0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20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0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pSp>
        <p:nvGrpSpPr>
          <p:cNvPr id="1057" name="Google Shape;1057;p25"/>
          <p:cNvGrpSpPr/>
          <p:nvPr/>
        </p:nvGrpSpPr>
        <p:grpSpPr>
          <a:xfrm>
            <a:off x="2713010" y="2833247"/>
            <a:ext cx="1496475" cy="55800"/>
            <a:chOff x="3771725" y="2273200"/>
            <a:chExt cx="1995300" cy="74400"/>
          </a:xfrm>
        </p:grpSpPr>
        <p:sp>
          <p:nvSpPr>
            <p:cNvPr id="1058" name="Google Shape;1058;p25"/>
            <p:cNvSpPr/>
            <p:nvPr/>
          </p:nvSpPr>
          <p:spPr>
            <a:xfrm>
              <a:off x="3771725" y="2273200"/>
              <a:ext cx="1995300" cy="74400"/>
            </a:xfrm>
            <a:prstGeom prst="rect">
              <a:avLst/>
            </a:prstGeom>
            <a:solidFill>
              <a:schemeClr val="lt1"/>
            </a:solidFill>
            <a:ln cap="flat" cmpd="sng" w="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59" name="Google Shape;1059;p25"/>
            <p:cNvSpPr/>
            <p:nvPr/>
          </p:nvSpPr>
          <p:spPr>
            <a:xfrm>
              <a:off x="3771725" y="2273200"/>
              <a:ext cx="465300" cy="74400"/>
            </a:xfrm>
            <a:prstGeom prst="rect">
              <a:avLst/>
            </a:prstGeom>
            <a:solidFill>
              <a:schemeClr val="dk2"/>
            </a:solidFill>
            <a:ln cap="flat" cmpd="sng" w="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60" name="Google Shape;1060;p25"/>
          <p:cNvGrpSpPr/>
          <p:nvPr/>
        </p:nvGrpSpPr>
        <p:grpSpPr>
          <a:xfrm>
            <a:off x="2713010" y="3029259"/>
            <a:ext cx="1496475" cy="55800"/>
            <a:chOff x="3771725" y="2534550"/>
            <a:chExt cx="1995300" cy="74400"/>
          </a:xfrm>
        </p:grpSpPr>
        <p:sp>
          <p:nvSpPr>
            <p:cNvPr id="1061" name="Google Shape;1061;p25"/>
            <p:cNvSpPr/>
            <p:nvPr/>
          </p:nvSpPr>
          <p:spPr>
            <a:xfrm>
              <a:off x="3771725" y="2534550"/>
              <a:ext cx="1995300" cy="74400"/>
            </a:xfrm>
            <a:prstGeom prst="rect">
              <a:avLst/>
            </a:prstGeom>
            <a:solidFill>
              <a:schemeClr val="dk2"/>
            </a:solidFill>
            <a:ln cap="flat" cmpd="sng" w="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62" name="Google Shape;1062;p25"/>
            <p:cNvSpPr/>
            <p:nvPr/>
          </p:nvSpPr>
          <p:spPr>
            <a:xfrm>
              <a:off x="3771725" y="2534550"/>
              <a:ext cx="798300" cy="74400"/>
            </a:xfrm>
            <a:prstGeom prst="rect">
              <a:avLst/>
            </a:prstGeom>
            <a:solidFill>
              <a:schemeClr val="lt2"/>
            </a:solidFill>
            <a:ln cap="flat" cmpd="sng" w="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63" name="Google Shape;1063;p25"/>
          <p:cNvGrpSpPr/>
          <p:nvPr/>
        </p:nvGrpSpPr>
        <p:grpSpPr>
          <a:xfrm>
            <a:off x="2713010" y="3225272"/>
            <a:ext cx="1496475" cy="55800"/>
            <a:chOff x="3771725" y="2795900"/>
            <a:chExt cx="1995300" cy="74400"/>
          </a:xfrm>
        </p:grpSpPr>
        <p:sp>
          <p:nvSpPr>
            <p:cNvPr id="1064" name="Google Shape;1064;p25"/>
            <p:cNvSpPr/>
            <p:nvPr/>
          </p:nvSpPr>
          <p:spPr>
            <a:xfrm>
              <a:off x="3771725" y="2795900"/>
              <a:ext cx="1995300" cy="74400"/>
            </a:xfrm>
            <a:prstGeom prst="rect">
              <a:avLst/>
            </a:prstGeom>
            <a:solidFill>
              <a:schemeClr val="lt2"/>
            </a:solidFill>
            <a:ln cap="flat" cmpd="sng" w="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65" name="Google Shape;1065;p25"/>
            <p:cNvSpPr/>
            <p:nvPr/>
          </p:nvSpPr>
          <p:spPr>
            <a:xfrm>
              <a:off x="3771725" y="2795900"/>
              <a:ext cx="1630500" cy="74400"/>
            </a:xfrm>
            <a:prstGeom prst="rect">
              <a:avLst/>
            </a:prstGeom>
            <a:solidFill>
              <a:schemeClr val="accent1"/>
            </a:solidFill>
            <a:ln cap="flat" cmpd="sng" w="143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Arial"/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aphicFrame>
        <p:nvGraphicFramePr>
          <p:cNvPr id="1066" name="Google Shape;1066;p25"/>
          <p:cNvGraphicFramePr/>
          <p:nvPr/>
        </p:nvGraphicFramePr>
        <p:xfrm>
          <a:off x="4404494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{6847CA0B-084C-4B91-A1F8-A495A893E8B3}</a:tableStyleId>
              </a:tblPr>
              <a:tblGrid>
                <a:gridCol w="308800"/>
                <a:gridCol w="289825"/>
                <a:gridCol w="299300"/>
                <a:gridCol w="299300"/>
                <a:gridCol w="299300"/>
                <a:gridCol w="293450"/>
              </a:tblGrid>
              <a:tr h="18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accent3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accent3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accent3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accent3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accent3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accent3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accent3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accent3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accent3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accent3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accent3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accent3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accent3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accent3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accent3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accent3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accent3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accent3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accent3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accent3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accent3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accent3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accent3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accent3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accent3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accent3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accent3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accent3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accent3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accent3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accent3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accent3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accent3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accent3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accent3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accent3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67" name="Google Shape;1067;p25"/>
          <p:cNvGraphicFramePr/>
          <p:nvPr/>
        </p:nvGraphicFramePr>
        <p:xfrm>
          <a:off x="425819" y="36105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{6847CA0B-084C-4B91-A1F8-A495A893E8B3}</a:tableStyleId>
              </a:tblPr>
              <a:tblGrid>
                <a:gridCol w="299300"/>
                <a:gridCol w="299300"/>
                <a:gridCol w="299300"/>
                <a:gridCol w="299300"/>
                <a:gridCol w="299300"/>
                <a:gridCol w="299300"/>
              </a:tblGrid>
              <a:tr h="18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Inter"/>
                        <a:buNone/>
                      </a:pPr>
                      <a:r>
                        <a:rPr b="1" lang="en" sz="3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</a:t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Inter"/>
                        <a:buNone/>
                      </a:pPr>
                      <a:r>
                        <a:rPr b="1" lang="en" sz="3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Yes </a:t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Inter"/>
                        <a:buNone/>
                      </a:pPr>
                      <a:r>
                        <a:rPr b="1" lang="en" sz="3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Yes</a:t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Inter"/>
                        <a:buNone/>
                      </a:pPr>
                      <a:r>
                        <a:rPr b="1" lang="en" sz="3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</a:t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Inter"/>
                        <a:buNone/>
                      </a:pPr>
                      <a:r>
                        <a:rPr b="1" lang="en" sz="3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Yes</a:t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Inter"/>
                        <a:buNone/>
                      </a:pPr>
                      <a:r>
                        <a:rPr b="1" lang="en" sz="3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Yes</a:t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Inter"/>
                        <a:buNone/>
                      </a:pPr>
                      <a:r>
                        <a:rPr b="1" lang="en" sz="3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</a:t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Inter"/>
                        <a:buNone/>
                      </a:pPr>
                      <a:r>
                        <a:rPr b="1" lang="en" sz="3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Yes</a:t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Inter"/>
                        <a:buNone/>
                      </a:pPr>
                      <a:r>
                        <a:rPr b="1" lang="en" sz="3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</a:t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Inter"/>
                        <a:buNone/>
                      </a:pPr>
                      <a:r>
                        <a:rPr b="1" lang="en" sz="3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Yes</a:t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0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Inter"/>
                        <a:buNone/>
                      </a:pPr>
                      <a:r>
                        <a:rPr b="1" lang="en" sz="3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Yes</a:t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Inter"/>
                        <a:buNone/>
                      </a:pPr>
                      <a:r>
                        <a:rPr b="1" lang="en" sz="3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Yes</a:t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Inter"/>
                        <a:buNone/>
                      </a:pPr>
                      <a:r>
                        <a:rPr b="1" lang="en" sz="3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</a:t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Inter"/>
                        <a:buNone/>
                      </a:pPr>
                      <a:r>
                        <a:rPr b="1" lang="en" sz="3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Yes</a:t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Inter"/>
                        <a:buNone/>
                      </a:pPr>
                      <a:r>
                        <a:rPr b="1" lang="en" sz="3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</a:t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68" name="Google Shape;1068;p25"/>
          <p:cNvGraphicFramePr/>
          <p:nvPr/>
        </p:nvGraphicFramePr>
        <p:xfrm>
          <a:off x="2415166" y="36105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{6847CA0B-084C-4B91-A1F8-A495A893E8B3}</a:tableStyleId>
              </a:tblPr>
              <a:tblGrid>
                <a:gridCol w="299300"/>
                <a:gridCol w="299300"/>
                <a:gridCol w="299300"/>
                <a:gridCol w="299300"/>
                <a:gridCol w="299300"/>
                <a:gridCol w="299300"/>
              </a:tblGrid>
              <a:tr h="18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0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0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06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69" name="Google Shape;1069;p25"/>
          <p:cNvGraphicFramePr/>
          <p:nvPr/>
        </p:nvGraphicFramePr>
        <p:xfrm>
          <a:off x="4404494" y="36105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{6847CA0B-084C-4B91-A1F8-A495A893E8B3}</a:tableStyleId>
              </a:tblPr>
              <a:tblGrid>
                <a:gridCol w="299300"/>
                <a:gridCol w="299300"/>
                <a:gridCol w="299300"/>
                <a:gridCol w="299300"/>
                <a:gridCol w="299300"/>
                <a:gridCol w="299300"/>
              </a:tblGrid>
              <a:tr h="18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Inter"/>
                        <a:buNone/>
                      </a:pPr>
                      <a:r>
                        <a:rPr b="1" lang="en" sz="3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Jan</a:t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Inter"/>
                        <a:buNone/>
                      </a:pPr>
                      <a:r>
                        <a:rPr b="1" lang="en" sz="3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Feb</a:t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Inter"/>
                        <a:buNone/>
                      </a:pPr>
                      <a:r>
                        <a:rPr b="1" lang="en" sz="3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</a:t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Inter"/>
                        <a:buNone/>
                      </a:pPr>
                      <a:r>
                        <a:rPr b="1" lang="en" sz="3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Apr</a:t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Inter"/>
                        <a:buNone/>
                      </a:pPr>
                      <a:r>
                        <a:rPr b="1" lang="en" sz="3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Jun</a:t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206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Inter"/>
                        <a:buNone/>
                      </a:pPr>
                      <a:r>
                        <a:rPr b="1" lang="en" sz="3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Task 1</a:t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06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Inter"/>
                        <a:buNone/>
                      </a:pPr>
                      <a:r>
                        <a:rPr b="1" lang="en" sz="3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Task 2</a:t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  <a:tr h="206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Inter"/>
                        <a:buNone/>
                      </a:pPr>
                      <a:r>
                        <a:rPr b="1" lang="en" sz="300" u="none" cap="none" strike="noStrike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Task 3</a:t>
                      </a:r>
                      <a:endParaRPr b="1" sz="300" u="none" cap="none" strike="noStrike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300"/>
                        <a:buFont typeface="Arial"/>
                        <a:buNone/>
                      </a:pPr>
                      <a:r>
                        <a:t/>
                      </a:r>
                      <a:endParaRPr sz="300" u="none" cap="none" strike="noStrike">
                        <a:solidFill>
                          <a:schemeClr val="lt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68575" marB="68575" marR="68575" marL="68575">
                    <a:lnL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4300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43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3"/>
                    </a:solidFill>
                  </a:tcPr>
                </a:tc>
              </a:tr>
            </a:tbl>
          </a:graphicData>
        </a:graphic>
      </p:graphicFrame>
      <p:cxnSp>
        <p:nvCxnSpPr>
          <p:cNvPr id="1070" name="Google Shape;1070;p25"/>
          <p:cNvCxnSpPr/>
          <p:nvPr/>
        </p:nvCxnSpPr>
        <p:spPr>
          <a:xfrm>
            <a:off x="4713297" y="3906746"/>
            <a:ext cx="1481100" cy="0"/>
          </a:xfrm>
          <a:prstGeom prst="straightConnector1">
            <a:avLst/>
          </a:prstGeom>
          <a:noFill/>
          <a:ln cap="flat" cmpd="sng" w="143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1" name="Google Shape;1071;p25"/>
          <p:cNvCxnSpPr/>
          <p:nvPr/>
        </p:nvCxnSpPr>
        <p:spPr>
          <a:xfrm>
            <a:off x="4713297" y="4102233"/>
            <a:ext cx="1481100" cy="0"/>
          </a:xfrm>
          <a:prstGeom prst="straightConnector1">
            <a:avLst/>
          </a:prstGeom>
          <a:noFill/>
          <a:ln cap="flat" cmpd="sng" w="143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2" name="Google Shape;1072;p25"/>
          <p:cNvCxnSpPr/>
          <p:nvPr/>
        </p:nvCxnSpPr>
        <p:spPr>
          <a:xfrm>
            <a:off x="4713297" y="4297721"/>
            <a:ext cx="1481100" cy="0"/>
          </a:xfrm>
          <a:prstGeom prst="straightConnector1">
            <a:avLst/>
          </a:prstGeom>
          <a:noFill/>
          <a:ln cap="flat" cmpd="sng" w="143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3" name="Google Shape;1073;p25"/>
          <p:cNvSpPr/>
          <p:nvPr/>
        </p:nvSpPr>
        <p:spPr>
          <a:xfrm>
            <a:off x="4708047" y="3878846"/>
            <a:ext cx="299400" cy="55800"/>
          </a:xfrm>
          <a:prstGeom prst="rect">
            <a:avLst/>
          </a:prstGeom>
          <a:solidFill>
            <a:schemeClr val="lt1"/>
          </a:solidFill>
          <a:ln cap="flat" cmpd="sng" w="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4" name="Google Shape;1074;p25"/>
          <p:cNvSpPr/>
          <p:nvPr/>
        </p:nvSpPr>
        <p:spPr>
          <a:xfrm>
            <a:off x="5007353" y="3878846"/>
            <a:ext cx="299400" cy="55800"/>
          </a:xfrm>
          <a:prstGeom prst="rect">
            <a:avLst/>
          </a:prstGeom>
          <a:solidFill>
            <a:schemeClr val="lt1"/>
          </a:solidFill>
          <a:ln cap="flat" cmpd="sng" w="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5" name="Google Shape;1075;p25"/>
          <p:cNvSpPr/>
          <p:nvPr/>
        </p:nvSpPr>
        <p:spPr>
          <a:xfrm>
            <a:off x="5304260" y="3878846"/>
            <a:ext cx="299400" cy="55800"/>
          </a:xfrm>
          <a:prstGeom prst="rect">
            <a:avLst/>
          </a:prstGeom>
          <a:solidFill>
            <a:schemeClr val="lt1"/>
          </a:solidFill>
          <a:ln cap="flat" cmpd="sng" w="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6" name="Google Shape;1076;p25"/>
          <p:cNvSpPr/>
          <p:nvPr/>
        </p:nvSpPr>
        <p:spPr>
          <a:xfrm>
            <a:off x="4708047" y="4074333"/>
            <a:ext cx="299400" cy="55800"/>
          </a:xfrm>
          <a:prstGeom prst="rect">
            <a:avLst/>
          </a:prstGeom>
          <a:solidFill>
            <a:schemeClr val="dk2"/>
          </a:solidFill>
          <a:ln cap="flat" cmpd="sng" w="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7" name="Google Shape;1077;p25"/>
          <p:cNvSpPr/>
          <p:nvPr/>
        </p:nvSpPr>
        <p:spPr>
          <a:xfrm>
            <a:off x="5007353" y="4269821"/>
            <a:ext cx="299400" cy="55800"/>
          </a:xfrm>
          <a:prstGeom prst="rect">
            <a:avLst/>
          </a:prstGeom>
          <a:solidFill>
            <a:schemeClr val="lt2"/>
          </a:solidFill>
          <a:ln cap="flat" cmpd="sng" w="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8" name="Google Shape;1078;p25"/>
          <p:cNvSpPr/>
          <p:nvPr/>
        </p:nvSpPr>
        <p:spPr>
          <a:xfrm>
            <a:off x="5304260" y="4269821"/>
            <a:ext cx="299400" cy="55800"/>
          </a:xfrm>
          <a:prstGeom prst="rect">
            <a:avLst/>
          </a:prstGeom>
          <a:solidFill>
            <a:schemeClr val="lt2"/>
          </a:solidFill>
          <a:ln cap="flat" cmpd="sng" w="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9" name="Google Shape;1079;p25"/>
          <p:cNvSpPr/>
          <p:nvPr/>
        </p:nvSpPr>
        <p:spPr>
          <a:xfrm>
            <a:off x="1323747" y="1678654"/>
            <a:ext cx="890700" cy="55800"/>
          </a:xfrm>
          <a:prstGeom prst="rect">
            <a:avLst/>
          </a:prstGeom>
          <a:solidFill>
            <a:schemeClr val="lt1"/>
          </a:solidFill>
          <a:ln cap="flat" cmpd="sng" w="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Kinarya ITB">
      <a:dk1>
        <a:srgbClr val="000000"/>
      </a:dk1>
      <a:lt1>
        <a:srgbClr val="FFFFFF"/>
      </a:lt1>
      <a:dk2>
        <a:srgbClr val="133765"/>
      </a:dk2>
      <a:lt2>
        <a:srgbClr val="E8E8E8"/>
      </a:lt2>
      <a:accent1>
        <a:srgbClr val="38C0EF"/>
      </a:accent1>
      <a:accent2>
        <a:srgbClr val="1CD8FF"/>
      </a:accent2>
      <a:accent3>
        <a:srgbClr val="2D64AC"/>
      </a:accent3>
      <a:accent4>
        <a:srgbClr val="18457F"/>
      </a:accent4>
      <a:accent5>
        <a:srgbClr val="12348E"/>
      </a:accent5>
      <a:accent6>
        <a:srgbClr val="002B5F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